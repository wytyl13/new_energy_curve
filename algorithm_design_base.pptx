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2" autoAdjust="0"/>
    <p:restoredTop sz="94660"/>
  </p:normalViewPr>
  <p:slideViewPr>
    <p:cSldViewPr snapToGrid="0">
      <p:cViewPr varScale="1">
        <p:scale>
          <a:sx n="87" d="100"/>
          <a:sy n="87" d="100"/>
        </p:scale>
        <p:origin x="96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F37F8C-B9F7-4B42-9E9B-5E4DB3A567A2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69B60-7D97-49B2-8840-B0C29BA61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656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avsthiago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" name="Google Shape;6625;g78327f1586_1537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6" name="Google Shape;6626;g78327f1586_1537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By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@avsthiago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D7A63-66EA-D037-2052-3DF68DD88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A9E527-96EE-28D9-AACC-7E6EE293A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63523E-C4FE-6329-69E8-F67F11F71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E802-35E1-40CD-B65A-C71AC57CE9E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0777FE-1BEE-C743-C01E-607952BC0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24B5F2-CCE9-6A36-E469-B7D858CE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FD5-5AC9-4564-9BE5-4287B1E31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01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71F17-BA92-B299-1673-8B42A366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4D33C8-B451-0623-5B08-1EB65016D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89E641-CB39-48EE-3BF0-A39B758EE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E802-35E1-40CD-B65A-C71AC57CE9E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EAF93A-9EA5-FAB3-D89E-C458FCFED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5313A6-88E7-44D7-5223-A6EE02FE8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FD5-5AC9-4564-9BE5-4287B1E31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378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0CEED-443D-6CF3-E82E-2F1487123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74763E-1188-8C62-63E6-0F604DDB8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81DD00-9412-81A9-4354-18933DA10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E802-35E1-40CD-B65A-C71AC57CE9E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9B5E27-0CBD-1E83-4903-BCCB4E838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944017-506E-8E34-BB8F-98E41E25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FD5-5AC9-4564-9BE5-4287B1E31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01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1EC8C-23FD-F0E8-D005-797544CD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23B0FC-2C37-1303-BCC6-76C51D23E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5E9075-6654-2D8C-0876-4D92D4202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78AA23-B2D5-6E66-3B80-1F451085B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E802-35E1-40CD-B65A-C71AC57CE9E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7DC3E3-9BB5-49F5-04B8-DD14753B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416935-C986-58A9-E22B-AC49C2D33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FD5-5AC9-4564-9BE5-4287B1E31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5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DCCED-FCE4-8D38-80E0-F6E57EF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4522FC-F8C5-2BD4-6910-7348827BE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0F6D88-BC5A-88BB-96AA-2E123D428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CE88AD-1DD8-9A5A-3797-0EDA3E9DC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427765-E72B-290E-27CA-CB909B74C9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28D7137-B30C-3A51-805B-7FB3AB9CD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E802-35E1-40CD-B65A-C71AC57CE9E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3CA9165-3F90-5954-B87F-D565F85E1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84BB815-EBDF-84F4-1DE8-944FFD7A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FD5-5AC9-4564-9BE5-4287B1E31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04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9E516-43C0-34B3-4771-BA407554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92499D-EC1B-AB0F-19A7-A9E5A8C7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E802-35E1-40CD-B65A-C71AC57CE9E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46DD22-8DEC-9CD8-0FD8-CCC885DD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E7742C-DDBB-280A-2F02-505E4A4F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FD5-5AC9-4564-9BE5-4287B1E31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88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FC5B0E-06A8-6D24-4E72-0AED1DE4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E802-35E1-40CD-B65A-C71AC57CE9E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E77107-1BC9-0206-6139-A12FFC56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6909D0-1628-530E-1B57-93AF7CBD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FD5-5AC9-4564-9BE5-4287B1E31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50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1AB9F-A922-1555-D17C-7B735D4E0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DEFB3E-464A-708F-AFD4-59454891F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52A517-C57D-1688-1539-E095BE10B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17770F-0389-98CD-9CF3-14C7FDA4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E802-35E1-40CD-B65A-C71AC57CE9E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C30948-740F-492A-4D6E-AFABA638B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5919DC-D523-3D9E-70CD-F143C83EB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FD5-5AC9-4564-9BE5-4287B1E31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821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DD7F1-0FDC-6953-51EF-C09CCA2D2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D51D5C-9C43-4D5D-8DA8-6DF4D6E9A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ABA0B2-EEF6-AA82-3051-09EF14087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C449F7-0BED-F9BA-56D4-AAD214B4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E802-35E1-40CD-B65A-C71AC57CE9E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72392C-E9A8-7AD0-71CF-18E2707B7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A1B63B-992F-BEA2-DAA3-1B5653112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FD5-5AC9-4564-9BE5-4287B1E31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48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717BDE-3000-B010-0798-2716B9A1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B64FED-E329-7E3D-E7D7-E1D9AEB74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0D1F8B-7D3B-F773-B524-D2FA9D8F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E802-35E1-40CD-B65A-C71AC57CE9E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A5EE0B-2CE6-8769-D290-6031D5210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F21B1B-EDD7-4FAA-C910-2C98170C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FD5-5AC9-4564-9BE5-4287B1E31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897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7DCFED-569A-338C-C025-74A5E4BE4B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A462E3-8DEC-9588-45EF-A5D4DF33D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A6D6CD-C935-4C2B-854F-3D107AF76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E802-35E1-40CD-B65A-C71AC57CE9E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409034-5EBE-427E-0242-993F2ABDF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1805C0-F860-E39C-543A-442766C7B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FD5-5AC9-4564-9BE5-4287B1E31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0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DE6496-A798-55C0-24BD-E8EC791AF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65731C-F6F0-5871-0819-F49486CD0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DB5E52-E01C-99E6-40F9-9CB928815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2E802-35E1-40CD-B65A-C71AC57CE9E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5CAE51-990B-3329-16EE-11B449BCD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AE86C4-04E7-079E-72C0-95BE11294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4FFD5-5AC9-4564-9BE5-4287B1E31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975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8" name="Google Shape;6628;p68"/>
          <p:cNvSpPr/>
          <p:nvPr/>
        </p:nvSpPr>
        <p:spPr>
          <a:xfrm>
            <a:off x="2381867" y="4535300"/>
            <a:ext cx="1653600" cy="52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Previous layer</a:t>
            </a:r>
            <a:endParaRPr sz="1333"/>
          </a:p>
        </p:txBody>
      </p:sp>
      <p:sp>
        <p:nvSpPr>
          <p:cNvPr id="6629" name="Google Shape;6629;p68"/>
          <p:cNvSpPr/>
          <p:nvPr/>
        </p:nvSpPr>
        <p:spPr>
          <a:xfrm>
            <a:off x="1444684" y="3213467"/>
            <a:ext cx="745600" cy="526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1x1 conv.</a:t>
            </a:r>
            <a:endParaRPr sz="1333"/>
          </a:p>
        </p:txBody>
      </p:sp>
      <p:sp>
        <p:nvSpPr>
          <p:cNvPr id="6630" name="Google Shape;6630;p68"/>
          <p:cNvSpPr/>
          <p:nvPr/>
        </p:nvSpPr>
        <p:spPr>
          <a:xfrm>
            <a:off x="3300351" y="3602867"/>
            <a:ext cx="745600" cy="52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1x1 conv.</a:t>
            </a:r>
            <a:endParaRPr sz="1333"/>
          </a:p>
        </p:txBody>
      </p:sp>
      <p:sp>
        <p:nvSpPr>
          <p:cNvPr id="6631" name="Google Shape;6631;p68"/>
          <p:cNvSpPr/>
          <p:nvPr/>
        </p:nvSpPr>
        <p:spPr>
          <a:xfrm>
            <a:off x="3300351" y="2842033"/>
            <a:ext cx="745600" cy="526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3x3 conv.</a:t>
            </a:r>
            <a:endParaRPr sz="1333"/>
          </a:p>
        </p:txBody>
      </p:sp>
      <p:sp>
        <p:nvSpPr>
          <p:cNvPr id="6632" name="Google Shape;6632;p68"/>
          <p:cNvSpPr/>
          <p:nvPr/>
        </p:nvSpPr>
        <p:spPr>
          <a:xfrm>
            <a:off x="4228184" y="3585051"/>
            <a:ext cx="745600" cy="52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1x1 conv.</a:t>
            </a:r>
            <a:endParaRPr sz="1333"/>
          </a:p>
        </p:txBody>
      </p:sp>
      <p:sp>
        <p:nvSpPr>
          <p:cNvPr id="6633" name="Google Shape;6633;p68"/>
          <p:cNvSpPr/>
          <p:nvPr/>
        </p:nvSpPr>
        <p:spPr>
          <a:xfrm>
            <a:off x="4228184" y="2842017"/>
            <a:ext cx="745600" cy="526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3x3 conv.</a:t>
            </a:r>
            <a:endParaRPr sz="1333"/>
          </a:p>
        </p:txBody>
      </p:sp>
      <p:sp>
        <p:nvSpPr>
          <p:cNvPr id="6634" name="Google Shape;6634;p68"/>
          <p:cNvSpPr/>
          <p:nvPr/>
        </p:nvSpPr>
        <p:spPr>
          <a:xfrm>
            <a:off x="2372517" y="3622233"/>
            <a:ext cx="745600" cy="5264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Pool</a:t>
            </a:r>
            <a:endParaRPr sz="1333"/>
          </a:p>
        </p:txBody>
      </p:sp>
      <p:sp>
        <p:nvSpPr>
          <p:cNvPr id="6635" name="Google Shape;6635;p68"/>
          <p:cNvSpPr/>
          <p:nvPr/>
        </p:nvSpPr>
        <p:spPr>
          <a:xfrm>
            <a:off x="2372517" y="2842033"/>
            <a:ext cx="745600" cy="52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1x1 conv.</a:t>
            </a:r>
            <a:endParaRPr sz="1333"/>
          </a:p>
        </p:txBody>
      </p:sp>
      <p:sp>
        <p:nvSpPr>
          <p:cNvPr id="6636" name="Google Shape;6636;p68"/>
          <p:cNvSpPr/>
          <p:nvPr/>
        </p:nvSpPr>
        <p:spPr>
          <a:xfrm>
            <a:off x="2396403" y="1253633"/>
            <a:ext cx="1653600" cy="52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Filter concatenation</a:t>
            </a:r>
            <a:endParaRPr sz="1333"/>
          </a:p>
        </p:txBody>
      </p:sp>
      <p:cxnSp>
        <p:nvCxnSpPr>
          <p:cNvPr id="6637" name="Google Shape;6637;p68"/>
          <p:cNvCxnSpPr>
            <a:stCxn id="6628" idx="0"/>
            <a:endCxn id="6630" idx="2"/>
          </p:cNvCxnSpPr>
          <p:nvPr/>
        </p:nvCxnSpPr>
        <p:spPr>
          <a:xfrm rot="-5400000">
            <a:off x="3237867" y="4100100"/>
            <a:ext cx="406000" cy="464400"/>
          </a:xfrm>
          <a:prstGeom prst="curvedConnector3">
            <a:avLst>
              <a:gd name="adj1" fmla="val 500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38" name="Google Shape;6638;p68"/>
          <p:cNvCxnSpPr>
            <a:stCxn id="6628" idx="0"/>
            <a:endCxn id="6629" idx="2"/>
          </p:cNvCxnSpPr>
          <p:nvPr/>
        </p:nvCxnSpPr>
        <p:spPr>
          <a:xfrm rot="5400000" flipH="1">
            <a:off x="2115267" y="3441900"/>
            <a:ext cx="795600" cy="1391200"/>
          </a:xfrm>
          <a:prstGeom prst="curvedConnector3">
            <a:avLst>
              <a:gd name="adj1" fmla="val 2714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39" name="Google Shape;6639;p68"/>
          <p:cNvCxnSpPr>
            <a:stCxn id="6628" idx="0"/>
            <a:endCxn id="6632" idx="2"/>
          </p:cNvCxnSpPr>
          <p:nvPr/>
        </p:nvCxnSpPr>
        <p:spPr>
          <a:xfrm rot="-5400000">
            <a:off x="3692867" y="3627100"/>
            <a:ext cx="424000" cy="1392400"/>
          </a:xfrm>
          <a:prstGeom prst="curvedConnector3">
            <a:avLst>
              <a:gd name="adj1" fmla="val 4998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40" name="Google Shape;6640;p68"/>
          <p:cNvCxnSpPr>
            <a:stCxn id="6628" idx="0"/>
            <a:endCxn id="6634" idx="2"/>
          </p:cNvCxnSpPr>
          <p:nvPr/>
        </p:nvCxnSpPr>
        <p:spPr>
          <a:xfrm rot="5400000" flipH="1">
            <a:off x="2783667" y="4110300"/>
            <a:ext cx="386800" cy="463200"/>
          </a:xfrm>
          <a:prstGeom prst="curvedConnector3">
            <a:avLst>
              <a:gd name="adj1" fmla="val 4998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41" name="Google Shape;6641;p68"/>
          <p:cNvCxnSpPr>
            <a:stCxn id="6630" idx="0"/>
            <a:endCxn id="6631" idx="2"/>
          </p:cNvCxnSpPr>
          <p:nvPr/>
        </p:nvCxnSpPr>
        <p:spPr>
          <a:xfrm rot="-5400000">
            <a:off x="3556351" y="3485267"/>
            <a:ext cx="234400" cy="800"/>
          </a:xfrm>
          <a:prstGeom prst="curvedConnector3">
            <a:avLst>
              <a:gd name="adj1" fmla="val 5000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42" name="Google Shape;6642;p68"/>
          <p:cNvCxnSpPr>
            <a:stCxn id="6632" idx="0"/>
            <a:endCxn id="6633" idx="2"/>
          </p:cNvCxnSpPr>
          <p:nvPr/>
        </p:nvCxnSpPr>
        <p:spPr>
          <a:xfrm rot="-5400000">
            <a:off x="4492984" y="3476251"/>
            <a:ext cx="216800" cy="800"/>
          </a:xfrm>
          <a:prstGeom prst="curvedConnector3">
            <a:avLst>
              <a:gd name="adj1" fmla="val 4996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43" name="Google Shape;6643;p68"/>
          <p:cNvCxnSpPr>
            <a:stCxn id="6634" idx="0"/>
            <a:endCxn id="6635" idx="2"/>
          </p:cNvCxnSpPr>
          <p:nvPr/>
        </p:nvCxnSpPr>
        <p:spPr>
          <a:xfrm rot="-5400000">
            <a:off x="2618717" y="3494833"/>
            <a:ext cx="254000" cy="800"/>
          </a:xfrm>
          <a:prstGeom prst="curvedConnector3">
            <a:avLst>
              <a:gd name="adj1" fmla="val 4996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44" name="Google Shape;6644;p68"/>
          <p:cNvCxnSpPr>
            <a:stCxn id="6629" idx="0"/>
            <a:endCxn id="6636" idx="2"/>
          </p:cNvCxnSpPr>
          <p:nvPr/>
        </p:nvCxnSpPr>
        <p:spPr>
          <a:xfrm rot="-5400000">
            <a:off x="1803484" y="1793867"/>
            <a:ext cx="1433600" cy="1405600"/>
          </a:xfrm>
          <a:prstGeom prst="curvedConnector3">
            <a:avLst>
              <a:gd name="adj1" fmla="val 7635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45" name="Google Shape;6645;p68"/>
          <p:cNvCxnSpPr>
            <a:stCxn id="6631" idx="0"/>
            <a:endCxn id="6636" idx="2"/>
          </p:cNvCxnSpPr>
          <p:nvPr/>
        </p:nvCxnSpPr>
        <p:spPr>
          <a:xfrm rot="5400000" flipH="1">
            <a:off x="2917151" y="2086033"/>
            <a:ext cx="1062000" cy="4500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46" name="Google Shape;6646;p68"/>
          <p:cNvCxnSpPr>
            <a:stCxn id="6633" idx="0"/>
            <a:endCxn id="6647" idx="2"/>
          </p:cNvCxnSpPr>
          <p:nvPr/>
        </p:nvCxnSpPr>
        <p:spPr>
          <a:xfrm rot="-5400000">
            <a:off x="4504184" y="2730417"/>
            <a:ext cx="208400" cy="14800"/>
          </a:xfrm>
          <a:prstGeom prst="curvedConnector3">
            <a:avLst>
              <a:gd name="adj1" fmla="val 5002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48" name="Google Shape;6648;p68"/>
          <p:cNvCxnSpPr>
            <a:stCxn id="6635" idx="0"/>
            <a:endCxn id="6636" idx="2"/>
          </p:cNvCxnSpPr>
          <p:nvPr/>
        </p:nvCxnSpPr>
        <p:spPr>
          <a:xfrm rot="-5400000">
            <a:off x="2453317" y="2072033"/>
            <a:ext cx="1062000" cy="4780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47" name="Google Shape;6647;p68"/>
          <p:cNvSpPr/>
          <p:nvPr/>
        </p:nvSpPr>
        <p:spPr>
          <a:xfrm>
            <a:off x="4242851" y="2107111"/>
            <a:ext cx="745600" cy="526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3x3 conv.</a:t>
            </a:r>
            <a:endParaRPr sz="1333"/>
          </a:p>
        </p:txBody>
      </p:sp>
      <p:cxnSp>
        <p:nvCxnSpPr>
          <p:cNvPr id="6649" name="Google Shape;6649;p68"/>
          <p:cNvCxnSpPr>
            <a:stCxn id="6647" idx="0"/>
            <a:endCxn id="6636" idx="2"/>
          </p:cNvCxnSpPr>
          <p:nvPr/>
        </p:nvCxnSpPr>
        <p:spPr>
          <a:xfrm rot="5400000" flipH="1">
            <a:off x="3755851" y="1247311"/>
            <a:ext cx="327200" cy="1392400"/>
          </a:xfrm>
          <a:prstGeom prst="curvedConnector3">
            <a:avLst>
              <a:gd name="adj1" fmla="val 4998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50" name="Google Shape;6650;p68"/>
          <p:cNvSpPr/>
          <p:nvPr/>
        </p:nvSpPr>
        <p:spPr>
          <a:xfrm>
            <a:off x="7052933" y="4535300"/>
            <a:ext cx="1653600" cy="52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Previous layer</a:t>
            </a:r>
            <a:endParaRPr sz="1333"/>
          </a:p>
        </p:txBody>
      </p:sp>
      <p:sp>
        <p:nvSpPr>
          <p:cNvPr id="6651" name="Google Shape;6651;p68"/>
          <p:cNvSpPr/>
          <p:nvPr/>
        </p:nvSpPr>
        <p:spPr>
          <a:xfrm>
            <a:off x="5517184" y="3305217"/>
            <a:ext cx="745600" cy="526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1x1 conv.</a:t>
            </a:r>
            <a:endParaRPr sz="1333"/>
          </a:p>
        </p:txBody>
      </p:sp>
      <p:sp>
        <p:nvSpPr>
          <p:cNvPr id="6652" name="Google Shape;6652;p68"/>
          <p:cNvSpPr/>
          <p:nvPr/>
        </p:nvSpPr>
        <p:spPr>
          <a:xfrm>
            <a:off x="7760544" y="3694551"/>
            <a:ext cx="745600" cy="52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1x1 conv.</a:t>
            </a:r>
            <a:endParaRPr sz="1333"/>
          </a:p>
        </p:txBody>
      </p:sp>
      <p:sp>
        <p:nvSpPr>
          <p:cNvPr id="6653" name="Google Shape;6653;p68"/>
          <p:cNvSpPr/>
          <p:nvPr/>
        </p:nvSpPr>
        <p:spPr>
          <a:xfrm>
            <a:off x="9376011" y="3624368"/>
            <a:ext cx="745600" cy="52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1x1 conv.</a:t>
            </a:r>
            <a:endParaRPr sz="1333"/>
          </a:p>
        </p:txBody>
      </p:sp>
      <p:sp>
        <p:nvSpPr>
          <p:cNvPr id="6654" name="Google Shape;6654;p68"/>
          <p:cNvSpPr/>
          <p:nvPr/>
        </p:nvSpPr>
        <p:spPr>
          <a:xfrm>
            <a:off x="9376011" y="2881335"/>
            <a:ext cx="745600" cy="526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3x3 conv.</a:t>
            </a:r>
            <a:endParaRPr sz="1333"/>
          </a:p>
        </p:txBody>
      </p:sp>
      <p:sp>
        <p:nvSpPr>
          <p:cNvPr id="6655" name="Google Shape;6655;p68"/>
          <p:cNvSpPr/>
          <p:nvPr/>
        </p:nvSpPr>
        <p:spPr>
          <a:xfrm>
            <a:off x="6445017" y="3713984"/>
            <a:ext cx="745600" cy="5264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Pool</a:t>
            </a:r>
            <a:endParaRPr sz="1333"/>
          </a:p>
        </p:txBody>
      </p:sp>
      <p:sp>
        <p:nvSpPr>
          <p:cNvPr id="6656" name="Google Shape;6656;p68"/>
          <p:cNvSpPr/>
          <p:nvPr/>
        </p:nvSpPr>
        <p:spPr>
          <a:xfrm>
            <a:off x="6445017" y="2933784"/>
            <a:ext cx="745600" cy="52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1x1 conv.</a:t>
            </a:r>
            <a:endParaRPr sz="1333"/>
          </a:p>
        </p:txBody>
      </p:sp>
      <p:sp>
        <p:nvSpPr>
          <p:cNvPr id="6657" name="Google Shape;6657;p68"/>
          <p:cNvSpPr/>
          <p:nvPr/>
        </p:nvSpPr>
        <p:spPr>
          <a:xfrm>
            <a:off x="7067469" y="1253633"/>
            <a:ext cx="1653600" cy="52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Filter concatenation</a:t>
            </a:r>
            <a:endParaRPr sz="1333"/>
          </a:p>
        </p:txBody>
      </p:sp>
      <p:cxnSp>
        <p:nvCxnSpPr>
          <p:cNvPr id="6658" name="Google Shape;6658;p68"/>
          <p:cNvCxnSpPr>
            <a:stCxn id="6650" idx="0"/>
            <a:endCxn id="6652" idx="2"/>
          </p:cNvCxnSpPr>
          <p:nvPr/>
        </p:nvCxnSpPr>
        <p:spPr>
          <a:xfrm rot="-5400000">
            <a:off x="7849333" y="4251300"/>
            <a:ext cx="314400" cy="253600"/>
          </a:xfrm>
          <a:prstGeom prst="curvedConnector3">
            <a:avLst>
              <a:gd name="adj1" fmla="val 4999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59" name="Google Shape;6659;p68"/>
          <p:cNvCxnSpPr>
            <a:stCxn id="6650" idx="0"/>
            <a:endCxn id="6651" idx="2"/>
          </p:cNvCxnSpPr>
          <p:nvPr/>
        </p:nvCxnSpPr>
        <p:spPr>
          <a:xfrm rot="5400000" flipH="1">
            <a:off x="6533133" y="3188700"/>
            <a:ext cx="703600" cy="1989600"/>
          </a:xfrm>
          <a:prstGeom prst="curvedConnector3">
            <a:avLst>
              <a:gd name="adj1" fmla="val 1397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0" name="Google Shape;6660;p68"/>
          <p:cNvCxnSpPr>
            <a:stCxn id="6650" idx="0"/>
            <a:endCxn id="6653" idx="2"/>
          </p:cNvCxnSpPr>
          <p:nvPr/>
        </p:nvCxnSpPr>
        <p:spPr>
          <a:xfrm rot="-5400000">
            <a:off x="8622133" y="3408500"/>
            <a:ext cx="384400" cy="1869200"/>
          </a:xfrm>
          <a:prstGeom prst="curvedConnector3">
            <a:avLst>
              <a:gd name="adj1" fmla="val 5001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1" name="Google Shape;6661;p68"/>
          <p:cNvCxnSpPr>
            <a:stCxn id="6650" idx="0"/>
            <a:endCxn id="6655" idx="2"/>
          </p:cNvCxnSpPr>
          <p:nvPr/>
        </p:nvCxnSpPr>
        <p:spPr>
          <a:xfrm rot="5400000" flipH="1">
            <a:off x="7201333" y="3856900"/>
            <a:ext cx="294800" cy="1062000"/>
          </a:xfrm>
          <a:prstGeom prst="curvedConnector3">
            <a:avLst>
              <a:gd name="adj1" fmla="val 5002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2" name="Google Shape;6662;p68"/>
          <p:cNvCxnSpPr>
            <a:stCxn id="6652" idx="0"/>
            <a:endCxn id="6663" idx="2"/>
          </p:cNvCxnSpPr>
          <p:nvPr/>
        </p:nvCxnSpPr>
        <p:spPr>
          <a:xfrm rot="-5400000">
            <a:off x="8237744" y="3322951"/>
            <a:ext cx="267200" cy="476000"/>
          </a:xfrm>
          <a:prstGeom prst="curvedConnector3">
            <a:avLst>
              <a:gd name="adj1" fmla="val 4998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4" name="Google Shape;6664;p68"/>
          <p:cNvCxnSpPr>
            <a:stCxn id="6653" idx="0"/>
            <a:endCxn id="6654" idx="2"/>
          </p:cNvCxnSpPr>
          <p:nvPr/>
        </p:nvCxnSpPr>
        <p:spPr>
          <a:xfrm rot="-5400000">
            <a:off x="9640811" y="3515568"/>
            <a:ext cx="216800" cy="800"/>
          </a:xfrm>
          <a:prstGeom prst="curvedConnector3">
            <a:avLst>
              <a:gd name="adj1" fmla="val 4996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5" name="Google Shape;6665;p68"/>
          <p:cNvCxnSpPr>
            <a:stCxn id="6655" idx="0"/>
            <a:endCxn id="6656" idx="2"/>
          </p:cNvCxnSpPr>
          <p:nvPr/>
        </p:nvCxnSpPr>
        <p:spPr>
          <a:xfrm rot="-5400000">
            <a:off x="6691217" y="3586584"/>
            <a:ext cx="254000" cy="800"/>
          </a:xfrm>
          <a:prstGeom prst="curvedConnector3">
            <a:avLst>
              <a:gd name="adj1" fmla="val 4996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6" name="Google Shape;6666;p68"/>
          <p:cNvCxnSpPr>
            <a:stCxn id="6651" idx="0"/>
            <a:endCxn id="6657" idx="2"/>
          </p:cNvCxnSpPr>
          <p:nvPr/>
        </p:nvCxnSpPr>
        <p:spPr>
          <a:xfrm rot="-5400000">
            <a:off x="6129584" y="1540417"/>
            <a:ext cx="1525200" cy="2004400"/>
          </a:xfrm>
          <a:prstGeom prst="curvedConnector3">
            <a:avLst>
              <a:gd name="adj1" fmla="val 7658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7" name="Google Shape;6667;p68"/>
          <p:cNvCxnSpPr>
            <a:stCxn id="6654" idx="0"/>
            <a:endCxn id="6668" idx="2"/>
          </p:cNvCxnSpPr>
          <p:nvPr/>
        </p:nvCxnSpPr>
        <p:spPr>
          <a:xfrm rot="5400000" flipH="1">
            <a:off x="9382211" y="2514735"/>
            <a:ext cx="247600" cy="485600"/>
          </a:xfrm>
          <a:prstGeom prst="curvedConnector3">
            <a:avLst>
              <a:gd name="adj1" fmla="val 499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9" name="Google Shape;6669;p68"/>
          <p:cNvCxnSpPr>
            <a:stCxn id="6656" idx="0"/>
            <a:endCxn id="6657" idx="2"/>
          </p:cNvCxnSpPr>
          <p:nvPr/>
        </p:nvCxnSpPr>
        <p:spPr>
          <a:xfrm rot="-5400000">
            <a:off x="6779217" y="1818784"/>
            <a:ext cx="1153600" cy="1076400"/>
          </a:xfrm>
          <a:prstGeom prst="curvedConnector3">
            <a:avLst>
              <a:gd name="adj1" fmla="val 5000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68" name="Google Shape;6668;p68"/>
          <p:cNvSpPr/>
          <p:nvPr/>
        </p:nvSpPr>
        <p:spPr>
          <a:xfrm>
            <a:off x="8890411" y="2107496"/>
            <a:ext cx="745600" cy="526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1x3 conv.</a:t>
            </a:r>
            <a:endParaRPr sz="1333"/>
          </a:p>
        </p:txBody>
      </p:sp>
      <p:cxnSp>
        <p:nvCxnSpPr>
          <p:cNvPr id="6670" name="Google Shape;6670;p68"/>
          <p:cNvCxnSpPr>
            <a:stCxn id="6668" idx="0"/>
            <a:endCxn id="6657" idx="2"/>
          </p:cNvCxnSpPr>
          <p:nvPr/>
        </p:nvCxnSpPr>
        <p:spPr>
          <a:xfrm rot="5400000" flipH="1">
            <a:off x="8415011" y="1259296"/>
            <a:ext cx="327600" cy="1368800"/>
          </a:xfrm>
          <a:prstGeom prst="curvedConnector3">
            <a:avLst>
              <a:gd name="adj1" fmla="val 4997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71" name="Google Shape;6671;p68"/>
          <p:cNvSpPr/>
          <p:nvPr/>
        </p:nvSpPr>
        <p:spPr>
          <a:xfrm>
            <a:off x="9810244" y="2110824"/>
            <a:ext cx="745600" cy="526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3x1 conv.</a:t>
            </a:r>
            <a:endParaRPr sz="1333"/>
          </a:p>
        </p:txBody>
      </p:sp>
      <p:sp>
        <p:nvSpPr>
          <p:cNvPr id="6672" name="Google Shape;6672;p68"/>
          <p:cNvSpPr/>
          <p:nvPr/>
        </p:nvSpPr>
        <p:spPr>
          <a:xfrm>
            <a:off x="7341177" y="2912463"/>
            <a:ext cx="745600" cy="526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1x3 conv.</a:t>
            </a:r>
            <a:endParaRPr sz="1333"/>
          </a:p>
        </p:txBody>
      </p:sp>
      <p:sp>
        <p:nvSpPr>
          <p:cNvPr id="6663" name="Google Shape;6663;p68"/>
          <p:cNvSpPr/>
          <p:nvPr/>
        </p:nvSpPr>
        <p:spPr>
          <a:xfrm>
            <a:off x="8236616" y="2901020"/>
            <a:ext cx="745600" cy="526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3x1 conv.</a:t>
            </a:r>
            <a:endParaRPr sz="1333"/>
          </a:p>
        </p:txBody>
      </p:sp>
      <p:cxnSp>
        <p:nvCxnSpPr>
          <p:cNvPr id="6673" name="Google Shape;6673;p68"/>
          <p:cNvCxnSpPr>
            <a:stCxn id="6652" idx="0"/>
            <a:endCxn id="6672" idx="2"/>
          </p:cNvCxnSpPr>
          <p:nvPr/>
        </p:nvCxnSpPr>
        <p:spPr>
          <a:xfrm rot="5400000" flipH="1">
            <a:off x="7795944" y="3357151"/>
            <a:ext cx="255600" cy="419200"/>
          </a:xfrm>
          <a:prstGeom prst="curvedConnector3">
            <a:avLst>
              <a:gd name="adj1" fmla="val 5001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74" name="Google Shape;6674;p68"/>
          <p:cNvCxnSpPr>
            <a:stCxn id="6672" idx="0"/>
          </p:cNvCxnSpPr>
          <p:nvPr/>
        </p:nvCxnSpPr>
        <p:spPr>
          <a:xfrm rot="-5400000">
            <a:off x="7283777" y="2301863"/>
            <a:ext cx="1040800" cy="1804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75" name="Google Shape;6675;p68"/>
          <p:cNvCxnSpPr>
            <a:stCxn id="6663" idx="0"/>
            <a:endCxn id="6657" idx="2"/>
          </p:cNvCxnSpPr>
          <p:nvPr/>
        </p:nvCxnSpPr>
        <p:spPr>
          <a:xfrm rot="5400000" flipH="1">
            <a:off x="7691416" y="1983020"/>
            <a:ext cx="1120800" cy="715200"/>
          </a:xfrm>
          <a:prstGeom prst="curvedConnector3">
            <a:avLst>
              <a:gd name="adj1" fmla="val 5000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76" name="Google Shape;6676;p68"/>
          <p:cNvCxnSpPr>
            <a:stCxn id="6654" idx="0"/>
            <a:endCxn id="6671" idx="2"/>
          </p:cNvCxnSpPr>
          <p:nvPr/>
        </p:nvCxnSpPr>
        <p:spPr>
          <a:xfrm rot="-5400000">
            <a:off x="9844011" y="2542135"/>
            <a:ext cx="244000" cy="434400"/>
          </a:xfrm>
          <a:prstGeom prst="curvedConnector3">
            <a:avLst>
              <a:gd name="adj1" fmla="val 5002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77" name="Google Shape;6677;p68"/>
          <p:cNvCxnSpPr>
            <a:stCxn id="6671" idx="0"/>
            <a:endCxn id="6657" idx="2"/>
          </p:cNvCxnSpPr>
          <p:nvPr/>
        </p:nvCxnSpPr>
        <p:spPr>
          <a:xfrm rot="5400000" flipH="1">
            <a:off x="8873244" y="801024"/>
            <a:ext cx="330800" cy="2288800"/>
          </a:xfrm>
          <a:prstGeom prst="curvedConnector3">
            <a:avLst>
              <a:gd name="adj1" fmla="val 7563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78" name="Google Shape;6678;p68"/>
          <p:cNvSpPr txBox="1"/>
          <p:nvPr/>
        </p:nvSpPr>
        <p:spPr>
          <a:xfrm>
            <a:off x="2938995" y="4988356"/>
            <a:ext cx="568400" cy="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79" name="Google Shape;6679;p68"/>
          <p:cNvSpPr txBox="1"/>
          <p:nvPr/>
        </p:nvSpPr>
        <p:spPr>
          <a:xfrm>
            <a:off x="7695656" y="4970763"/>
            <a:ext cx="568400" cy="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宽屏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宇涛 卫</dc:creator>
  <cp:lastModifiedBy>宇涛 卫</cp:lastModifiedBy>
  <cp:revision>1</cp:revision>
  <dcterms:created xsi:type="dcterms:W3CDTF">2026-10-22T02:55:50Z</dcterms:created>
  <dcterms:modified xsi:type="dcterms:W3CDTF">2026-10-22T02:56:34Z</dcterms:modified>
</cp:coreProperties>
</file>