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82" r:id="rId4"/>
    <p:sldId id="307" r:id="rId5"/>
    <p:sldId id="265" r:id="rId6"/>
    <p:sldId id="267" r:id="rId7"/>
    <p:sldId id="288" r:id="rId8"/>
    <p:sldId id="285" r:id="rId9"/>
    <p:sldId id="306" r:id="rId10"/>
    <p:sldId id="308" r:id="rId11"/>
    <p:sldId id="312" r:id="rId12"/>
    <p:sldId id="313" r:id="rId13"/>
    <p:sldId id="259" r:id="rId14"/>
    <p:sldId id="257" r:id="rId15"/>
    <p:sldId id="260" r:id="rId16"/>
    <p:sldId id="289" r:id="rId17"/>
    <p:sldId id="314" r:id="rId18"/>
    <p:sldId id="315" r:id="rId19"/>
    <p:sldId id="316" r:id="rId20"/>
    <p:sldId id="317" r:id="rId21"/>
    <p:sldId id="286" r:id="rId22"/>
    <p:sldId id="299" r:id="rId23"/>
    <p:sldId id="291" r:id="rId24"/>
    <p:sldId id="303" r:id="rId25"/>
    <p:sldId id="283" r:id="rId26"/>
    <p:sldId id="310" r:id="rId27"/>
    <p:sldId id="304" r:id="rId28"/>
    <p:sldId id="311" r:id="rId29"/>
    <p:sldId id="318" r:id="rId3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2" autoAdjust="0"/>
    <p:restoredTop sz="88850" autoAdjust="0"/>
  </p:normalViewPr>
  <p:slideViewPr>
    <p:cSldViewPr snapToGrid="0">
      <p:cViewPr>
        <p:scale>
          <a:sx n="125" d="100"/>
          <a:sy n="125" d="100"/>
        </p:scale>
        <p:origin x="60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97BD1-E2BA-658D-FFFD-50FD638E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DBCFD-56A6-3EDB-4C76-47199ACFE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14C8D-8576-1013-3FF0-DC0DC9B9F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C169C-87A0-10B7-754F-8CE7B3DAD3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8773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DD8DC-F097-BAC9-7DEF-8A272CB4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09FBB-46E8-BAFD-96E5-D0EAD5174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E840D-8CEB-00B5-AE47-AC687CCEC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7F249-4079-B758-2968-C8C48058BDE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848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AB6B1-B15A-2DD4-38D1-270DBEAD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2BF81-E444-1EEE-7A33-381F1C239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BFE39-B065-C1CC-2EF3-904AD33D5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将小时风速从大到小排列；横轴</a:t>
            </a:r>
            <a:r>
              <a:rPr lang="en-US" altLang="zh-CN" sz="1200" dirty="0"/>
              <a:t>10%</a:t>
            </a:r>
            <a:r>
              <a:rPr lang="zh-CN" altLang="en-US" sz="1200" dirty="0"/>
              <a:t>处表示约</a:t>
            </a:r>
            <a:r>
              <a:rPr lang="en-US" altLang="zh-CN" sz="1200" dirty="0"/>
              <a:t>10%</a:t>
            </a:r>
            <a:r>
              <a:rPr lang="zh-CN" altLang="en-US" sz="1200" dirty="0"/>
              <a:t>的小时风速不低于纵轴值。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风速持续曲线：各超越概率下有多大风速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F9EFA-3011-83D2-8BE3-B63E58A3D7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057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E8B0-8FA4-AA70-7522-CDB13123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A0813-28FE-DDDA-8C23-99627B987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31271-F84E-0DE3-F014-8B477C3B3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F1C15-005A-A5BF-8446-AAA72156D6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7622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0DB6-F671-C83D-6518-E990A378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A205D-1F26-6F4D-7625-A13D8C70C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0D622-6CE2-6D7B-784E-EDB892AA6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5239E-0ABA-4B92-F6DE-4448005EFD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088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C11D0-D494-E8B7-1DEF-2FBE328A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ADB10-AC8B-CF19-CA7C-601608662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A358-CB15-B7BD-ABBA-661A3E3C2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EC2B7-97C7-A570-386A-F5E0966CED5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8805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B1DC2-2B2A-BBCB-958B-78459710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DA632-D06B-8263-99E3-91C1BD980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DAEA7-C483-59B6-21B4-60F9487D9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A56B9-F913-A904-56CA-E52F24ECF4E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27448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2FB6-79B0-843E-4049-4C1266E83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56702-3FA5-725F-4C55-9A8C1EC3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33CF7-455C-91A8-336F-F247D2C5C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63250-AC5F-081D-C39C-7D5D6D1710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3643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A626-6633-6AD2-C30D-2D44D7C1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4EC88-A968-45AC-279A-D0E03C235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88977-8EB1-CBF7-F5A0-D1AA25CAF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5FF11-2333-4210-D3E8-6C539EA4C9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1251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3626-DE4D-4D42-E25E-C4EE12F3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89E3E5-11BE-2129-C892-223205861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207E0-D865-3822-3B46-4302A8E16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B81E9-F2B4-73A8-A4A6-A033BF193D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0742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6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4.wmf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21" Type="http://schemas.openxmlformats.org/officeDocument/2006/relationships/oleObject" Target="../embeddings/oleObject8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.bin"/><Relationship Id="rId17" Type="http://schemas.openxmlformats.org/officeDocument/2006/relationships/image" Target="../media/image26.wmf"/><Relationship Id="rId2" Type="http://schemas.openxmlformats.org/officeDocument/2006/relationships/notesSlide" Target="../notesSlides/notesSlide25.xml"/><Relationship Id="rId16" Type="http://schemas.openxmlformats.org/officeDocument/2006/relationships/oleObject" Target="../embeddings/oleObject6.bin"/><Relationship Id="rId20" Type="http://schemas.openxmlformats.org/officeDocument/2006/relationships/image" Target="../media/image28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23.wmf"/><Relationship Id="rId5" Type="http://schemas.openxmlformats.org/officeDocument/2006/relationships/image" Target="../media/image20.png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3.bin"/><Relationship Id="rId19" Type="http://schemas.openxmlformats.org/officeDocument/2006/relationships/oleObject" Target="../embeddings/oleObject7.bin"/><Relationship Id="rId4" Type="http://schemas.openxmlformats.org/officeDocument/2006/relationships/image" Target="../media/image19.png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30.png"/><Relationship Id="rId7" Type="http://schemas.openxmlformats.org/officeDocument/2006/relationships/image" Target="../media/image3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34.wmf"/><Relationship Id="rId5" Type="http://schemas.openxmlformats.org/officeDocument/2006/relationships/image" Target="../media/image31.e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3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76950" y="268694"/>
            <a:ext cx="2695575" cy="41511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E3A8EA7-3345-4698-93C3-C13FB9DB2F11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7696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850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新能源出力曲线构建方法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A859B4-E3F8-4EEC-9CAE-F9C62834C56D}"/>
              </a:ext>
            </a:extLst>
          </p:cNvPr>
          <p:cNvSpPr>
            <a:spLocks noGrp="1"/>
          </p:cNvSpPr>
          <p:nvPr/>
        </p:nvSpPr>
        <p:spPr>
          <a:xfrm>
            <a:off x="2476500" y="3448050"/>
            <a:ext cx="4191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5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能源科技创新研究院</a:t>
            </a:r>
            <a:endParaRPr sz="1350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33409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214C79-312A-4806-B9C3-CC9ACA978C56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77F449-225E-46EF-8A4B-DFAF4E11D57C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总体技术路线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20437B-4255-4F21-86EF-0B94E5FB0499}"/>
              </a:ext>
            </a:extLst>
          </p:cNvPr>
          <p:cNvSpPr>
            <a:spLocks noGrp="1"/>
          </p:cNvSpPr>
          <p:nvPr/>
        </p:nvSpPr>
        <p:spPr>
          <a:xfrm>
            <a:off x="1403264" y="128270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30F1CEE-1711-4D2A-A037-36449D3BF8C6}"/>
              </a:ext>
            </a:extLst>
          </p:cNvPr>
          <p:cNvSpPr>
            <a:spLocks noGrp="1"/>
          </p:cNvSpPr>
          <p:nvPr/>
        </p:nvSpPr>
        <p:spPr>
          <a:xfrm>
            <a:off x="1517564" y="107315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15E153-5FCC-436D-BE5A-0A23F509CBE3}"/>
              </a:ext>
            </a:extLst>
          </p:cNvPr>
          <p:cNvSpPr>
            <a:spLocks noGrp="1"/>
          </p:cNvSpPr>
          <p:nvPr/>
        </p:nvSpPr>
        <p:spPr>
          <a:xfrm>
            <a:off x="1555664" y="109220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C3F946-27BF-4519-8F6B-4F9C28077770}"/>
              </a:ext>
            </a:extLst>
          </p:cNvPr>
          <p:cNvSpPr>
            <a:spLocks noGrp="1"/>
          </p:cNvSpPr>
          <p:nvPr/>
        </p:nvSpPr>
        <p:spPr>
          <a:xfrm>
            <a:off x="1593764" y="1625605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网格</a:t>
            </a:r>
            <a:r>
              <a:rPr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具体风速与辐照度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5E9116D-4D4A-4ADC-BE47-7BC16417BF9D}"/>
              </a:ext>
            </a:extLst>
          </p:cNvPr>
          <p:cNvSpPr>
            <a:spLocks noGrp="1"/>
          </p:cNvSpPr>
          <p:nvPr/>
        </p:nvSpPr>
        <p:spPr>
          <a:xfrm>
            <a:off x="3384464" y="1720855"/>
            <a:ext cx="161925" cy="161925"/>
          </a:xfrm>
          <a:prstGeom prst="rightArrow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DF752C1-B033-4871-BB5B-705519174D49}"/>
              </a:ext>
            </a:extLst>
          </p:cNvPr>
          <p:cNvSpPr>
            <a:spLocks noGrp="1"/>
          </p:cNvSpPr>
          <p:nvPr/>
        </p:nvSpPr>
        <p:spPr>
          <a:xfrm>
            <a:off x="3555914" y="128270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4DB050-9272-4189-A8C8-9778A27E3BA3}"/>
              </a:ext>
            </a:extLst>
          </p:cNvPr>
          <p:cNvSpPr>
            <a:spLocks noGrp="1"/>
          </p:cNvSpPr>
          <p:nvPr/>
        </p:nvSpPr>
        <p:spPr>
          <a:xfrm>
            <a:off x="3670214" y="107315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67EB95-4EE8-4B4E-A63B-4A9B7E40F47A}"/>
              </a:ext>
            </a:extLst>
          </p:cNvPr>
          <p:cNvSpPr>
            <a:spLocks noGrp="1"/>
          </p:cNvSpPr>
          <p:nvPr/>
        </p:nvSpPr>
        <p:spPr>
          <a:xfrm>
            <a:off x="3708314" y="109220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年景分类建库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4D1A6B90-54F3-4A98-AFAF-D4E6046B9137}"/>
              </a:ext>
            </a:extLst>
          </p:cNvPr>
          <p:cNvSpPr>
            <a:spLocks noGrp="1"/>
          </p:cNvSpPr>
          <p:nvPr/>
        </p:nvSpPr>
        <p:spPr>
          <a:xfrm>
            <a:off x="5537114" y="1720855"/>
            <a:ext cx="161925" cy="161925"/>
          </a:xfrm>
          <a:prstGeom prst="rightArrow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A272D0F-59E2-4525-A05F-BD476767F6AA}"/>
              </a:ext>
            </a:extLst>
          </p:cNvPr>
          <p:cNvSpPr>
            <a:spLocks noGrp="1"/>
          </p:cNvSpPr>
          <p:nvPr/>
        </p:nvSpPr>
        <p:spPr>
          <a:xfrm>
            <a:off x="5708564" y="128270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4C17BF3-01A1-4EF8-B35D-7740D19F1DDD}"/>
              </a:ext>
            </a:extLst>
          </p:cNvPr>
          <p:cNvSpPr>
            <a:spLocks noGrp="1"/>
          </p:cNvSpPr>
          <p:nvPr/>
        </p:nvSpPr>
        <p:spPr>
          <a:xfrm>
            <a:off x="5822864" y="107315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099BA7-A834-433A-B87A-4FFFF3CB4D4A}"/>
              </a:ext>
            </a:extLst>
          </p:cNvPr>
          <p:cNvSpPr>
            <a:spLocks noGrp="1"/>
          </p:cNvSpPr>
          <p:nvPr/>
        </p:nvSpPr>
        <p:spPr>
          <a:xfrm>
            <a:off x="5860964" y="109220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代表年选取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B5C453-B410-4B91-9CD9-83C456612E7D}"/>
              </a:ext>
            </a:extLst>
          </p:cNvPr>
          <p:cNvSpPr>
            <a:spLocks noGrp="1"/>
          </p:cNvSpPr>
          <p:nvPr/>
        </p:nvSpPr>
        <p:spPr>
          <a:xfrm>
            <a:off x="3851189" y="1625605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</a:t>
            </a:r>
            <a:r>
              <a:rPr lang="zh-CN" altLang="en-US" sz="1275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阈值分为三类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记录类内样本数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36BBF8-F446-40F0-9D25-21E5E8EFADE4}"/>
              </a:ext>
            </a:extLst>
          </p:cNvPr>
          <p:cNvSpPr>
            <a:spLocks noGrp="1"/>
          </p:cNvSpPr>
          <p:nvPr/>
        </p:nvSpPr>
        <p:spPr>
          <a:xfrm>
            <a:off x="5975264" y="1544643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K-</a:t>
            </a: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medoids中心年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保留8760小时序列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2AFC2A8-EF78-4053-A207-0B4623B15A65}"/>
              </a:ext>
            </a:extLst>
          </p:cNvPr>
          <p:cNvSpPr>
            <a:spLocks noGrp="1"/>
          </p:cNvSpPr>
          <p:nvPr/>
        </p:nvSpPr>
        <p:spPr>
          <a:xfrm>
            <a:off x="1403264" y="295911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8F863-90CF-49EC-855D-EBA7BBC16B3E}"/>
              </a:ext>
            </a:extLst>
          </p:cNvPr>
          <p:cNvSpPr>
            <a:spLocks noGrp="1"/>
          </p:cNvSpPr>
          <p:nvPr/>
        </p:nvSpPr>
        <p:spPr>
          <a:xfrm>
            <a:off x="1517564" y="274956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0F876A-E2F5-41EB-AE9E-86B8310A9FBA}"/>
              </a:ext>
            </a:extLst>
          </p:cNvPr>
          <p:cNvSpPr>
            <a:spLocks noGrp="1"/>
          </p:cNvSpPr>
          <p:nvPr/>
        </p:nvSpPr>
        <p:spPr>
          <a:xfrm>
            <a:off x="1555664" y="2768615"/>
            <a:ext cx="16668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altLang="zh-CN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低</a:t>
            </a:r>
            <a:r>
              <a:rPr lang="zh-CN" altLang="en-US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、高</a:t>
            </a:r>
            <a:r>
              <a:rPr sz="127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出力</a:t>
            </a:r>
            <a:r>
              <a:rPr lang="zh-CN" altLang="en-US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片段</a:t>
            </a:r>
            <a:r>
              <a:rPr sz="127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识别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141D13-A744-42C4-90A3-1DD3B816B8AC}"/>
              </a:ext>
            </a:extLst>
          </p:cNvPr>
          <p:cNvSpPr>
            <a:spLocks noGrp="1"/>
          </p:cNvSpPr>
          <p:nvPr/>
        </p:nvSpPr>
        <p:spPr>
          <a:xfrm>
            <a:off x="1593764" y="3302015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按照月特性统计片段</a:t>
            </a: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强度、时长</a:t>
            </a:r>
            <a:r>
              <a:rPr lang="zh-CN" altLang="en-US" sz="1275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建立完整过程库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CF273BB2-FC64-4C58-AE1D-22735AFB9D8B}"/>
              </a:ext>
            </a:extLst>
          </p:cNvPr>
          <p:cNvSpPr>
            <a:spLocks noGrp="1"/>
          </p:cNvSpPr>
          <p:nvPr/>
        </p:nvSpPr>
        <p:spPr>
          <a:xfrm>
            <a:off x="3384464" y="3397265"/>
            <a:ext cx="161925" cy="161925"/>
          </a:xfrm>
          <a:prstGeom prst="rightArrow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A59F344-F604-49B3-8E8F-839395BEA275}"/>
              </a:ext>
            </a:extLst>
          </p:cNvPr>
          <p:cNvSpPr>
            <a:spLocks noGrp="1"/>
          </p:cNvSpPr>
          <p:nvPr/>
        </p:nvSpPr>
        <p:spPr>
          <a:xfrm>
            <a:off x="3555914" y="295911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E7C7ABD-EEAF-4159-BA76-E0744397F84A}"/>
              </a:ext>
            </a:extLst>
          </p:cNvPr>
          <p:cNvSpPr>
            <a:spLocks noGrp="1"/>
          </p:cNvSpPr>
          <p:nvPr/>
        </p:nvSpPr>
        <p:spPr>
          <a:xfrm>
            <a:off x="3670214" y="274956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C01E78A-8859-48C5-BA08-761478CDAD43}"/>
              </a:ext>
            </a:extLst>
          </p:cNvPr>
          <p:cNvSpPr>
            <a:spLocks noGrp="1"/>
          </p:cNvSpPr>
          <p:nvPr/>
        </p:nvSpPr>
        <p:spPr>
          <a:xfrm>
            <a:off x="3708314" y="276861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altLang="zh-CN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资源曲线校正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A9A42B6-2CE3-451E-98A5-D27FBBB26872}"/>
              </a:ext>
            </a:extLst>
          </p:cNvPr>
          <p:cNvSpPr>
            <a:spLocks noGrp="1"/>
          </p:cNvSpPr>
          <p:nvPr/>
        </p:nvSpPr>
        <p:spPr>
          <a:xfrm>
            <a:off x="3746414" y="3302015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在代表年基础上按照月特性进行低、高出力片段校正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48105D92-E91A-47F0-9A47-AFD68D361E50}"/>
              </a:ext>
            </a:extLst>
          </p:cNvPr>
          <p:cNvSpPr>
            <a:spLocks noGrp="1"/>
          </p:cNvSpPr>
          <p:nvPr/>
        </p:nvSpPr>
        <p:spPr>
          <a:xfrm>
            <a:off x="5537114" y="3397265"/>
            <a:ext cx="161925" cy="161925"/>
          </a:xfrm>
          <a:prstGeom prst="rightArrow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61E85A1-0A1C-4C1B-AFD0-BACFA652B904}"/>
              </a:ext>
            </a:extLst>
          </p:cNvPr>
          <p:cNvSpPr>
            <a:spLocks noGrp="1"/>
          </p:cNvSpPr>
          <p:nvPr/>
        </p:nvSpPr>
        <p:spPr>
          <a:xfrm>
            <a:off x="5708564" y="2959115"/>
            <a:ext cx="1971675" cy="113347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1F68FA2-9D91-4FD7-8B64-8763B05F4D1B}"/>
              </a:ext>
            </a:extLst>
          </p:cNvPr>
          <p:cNvSpPr>
            <a:spLocks noGrp="1"/>
          </p:cNvSpPr>
          <p:nvPr/>
        </p:nvSpPr>
        <p:spPr>
          <a:xfrm>
            <a:off x="5822864" y="2749565"/>
            <a:ext cx="1743075" cy="457200"/>
          </a:xfrm>
          <a:prstGeom prst="roundRect">
            <a:avLst>
              <a:gd name="adj" fmla="val 12500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A12A592-4B24-4CE8-B03B-4D0794BEBA38}"/>
              </a:ext>
            </a:extLst>
          </p:cNvPr>
          <p:cNvSpPr>
            <a:spLocks noGrp="1"/>
          </p:cNvSpPr>
          <p:nvPr/>
        </p:nvSpPr>
        <p:spPr>
          <a:xfrm>
            <a:off x="5860964" y="2768615"/>
            <a:ext cx="16668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altLang="zh-CN"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27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气象</a:t>
            </a:r>
            <a:r>
              <a:rPr sz="127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127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功率转换</a:t>
            </a:r>
            <a:endParaRPr sz="127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D16E433-CEDF-441E-BBE9-254429D0A068}"/>
              </a:ext>
            </a:extLst>
          </p:cNvPr>
          <p:cNvSpPr>
            <a:spLocks noGrp="1"/>
          </p:cNvSpPr>
          <p:nvPr/>
        </p:nvSpPr>
        <p:spPr>
          <a:xfrm>
            <a:off x="5899064" y="3302015"/>
            <a:ext cx="15906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机组曲线与</a:t>
            </a:r>
            <a:r>
              <a:rPr lang="zh-CN" altLang="en-US" sz="1275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参数</a:t>
            </a:r>
            <a:r>
              <a:rPr sz="1275" b="0" dirty="0" err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修正</a:t>
            </a:r>
            <a:endParaRPr sz="1275" b="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FCD087-8A94-4525-A4C8-F8ABAC867C60}"/>
              </a:ext>
            </a:extLst>
          </p:cNvPr>
          <p:cNvSpPr>
            <a:spLocks noGrp="1"/>
          </p:cNvSpPr>
          <p:nvPr/>
        </p:nvSpPr>
        <p:spPr>
          <a:xfrm>
            <a:off x="6586922" y="2417799"/>
            <a:ext cx="47626" cy="100838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F491736-6839-4156-8D62-3DC6910585E2}"/>
              </a:ext>
            </a:extLst>
          </p:cNvPr>
          <p:cNvSpPr>
            <a:spLocks noGrp="1"/>
          </p:cNvSpPr>
          <p:nvPr/>
        </p:nvSpPr>
        <p:spPr>
          <a:xfrm>
            <a:off x="2360526" y="2515858"/>
            <a:ext cx="4276853" cy="45719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45" name="箭头: 下 44">
            <a:extLst>
              <a:ext uri="{FF2B5EF4-FFF2-40B4-BE49-F238E27FC236}">
                <a16:creationId xmlns:a16="http://schemas.microsoft.com/office/drawing/2014/main" id="{1D119AFC-3C02-4F38-9BBB-FE49B7737058}"/>
              </a:ext>
            </a:extLst>
          </p:cNvPr>
          <p:cNvSpPr>
            <a:spLocks noGrp="1"/>
          </p:cNvSpPr>
          <p:nvPr/>
        </p:nvSpPr>
        <p:spPr>
          <a:xfrm>
            <a:off x="2308139" y="2528239"/>
            <a:ext cx="125500" cy="199082"/>
          </a:xfrm>
          <a:prstGeom prst="downArrow">
            <a:avLst/>
          </a:prstGeom>
          <a:solidFill>
            <a:srgbClr val="005BAC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39933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15736-816C-0397-51DD-2D5811AF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A3C5CE29-8A56-E994-A1F5-05CAB441B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566AD8-1E3E-20B3-E0A4-D08003A29911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872D4B-75DC-3E6E-801E-8028DB4A8730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（一）数据处理与代表年命名原则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71E0D2C-8938-CFBC-56DF-24E3CD54E6F5}"/>
              </a:ext>
            </a:extLst>
          </p:cNvPr>
          <p:cNvPicPr>
            <a:picLocks/>
          </p:cNvPicPr>
          <p:nvPr/>
        </p:nvPicPr>
        <p:blipFill>
          <a:blip r:embed="rId4"/>
          <a:srcRect r="4763"/>
          <a:stretch>
            <a:fillRect/>
          </a:stretch>
        </p:blipFill>
        <p:spPr>
          <a:xfrm>
            <a:off x="80602" y="3708305"/>
            <a:ext cx="8708448" cy="143519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B18864A-C01C-D2CA-E403-7531B61EF22C}"/>
              </a:ext>
            </a:extLst>
          </p:cNvPr>
          <p:cNvSpPr txBox="1"/>
          <p:nvPr/>
        </p:nvSpPr>
        <p:spPr>
          <a:xfrm>
            <a:off x="2639117" y="302990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全国风能资源评价技术规定</a:t>
            </a: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2B916E4-72CD-6B12-CE47-808E7716B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293" y="1836358"/>
            <a:ext cx="4962698" cy="124375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F21036C7-F224-3468-D489-326B252E70BA}"/>
              </a:ext>
            </a:extLst>
          </p:cNvPr>
          <p:cNvSpPr txBox="1"/>
          <p:nvPr/>
        </p:nvSpPr>
        <p:spPr>
          <a:xfrm>
            <a:off x="400686" y="338547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第二章第四条第六点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96AB9F-6DD8-83C8-F900-3CD0AAC3F88C}"/>
              </a:ext>
            </a:extLst>
          </p:cNvPr>
          <p:cNvSpPr txBox="1"/>
          <p:nvPr/>
        </p:nvSpPr>
        <p:spPr>
          <a:xfrm>
            <a:off x="1448523" y="1456111"/>
            <a:ext cx="6852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参考全国风能资源评价技术规定，命名三条曲线为大资源年、平均资源年、小资源年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AF1162-449B-52D5-DED5-F6E87A9436B1}"/>
              </a:ext>
            </a:extLst>
          </p:cNvPr>
          <p:cNvSpPr txBox="1"/>
          <p:nvPr/>
        </p:nvSpPr>
        <p:spPr>
          <a:xfrm>
            <a:off x="1277893" y="738134"/>
            <a:ext cx="7327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海南被分为</a:t>
            </a:r>
            <a:r>
              <a:rPr lang="en-US" altLang="zh-CN" sz="1600" dirty="0"/>
              <a:t>80</a:t>
            </a:r>
            <a:r>
              <a:rPr lang="zh-CN" altLang="en-US" sz="1600" dirty="0"/>
              <a:t>个网格点，求</a:t>
            </a:r>
            <a:r>
              <a:rPr lang="en-US" altLang="zh-CN" sz="1600" dirty="0"/>
              <a:t>80</a:t>
            </a:r>
            <a:r>
              <a:rPr lang="zh-CN" altLang="en-US" sz="1600" dirty="0"/>
              <a:t>个网格点平均值，得到代表的</a:t>
            </a:r>
            <a:r>
              <a:rPr lang="en-US" altLang="zh-CN" sz="1600" dirty="0"/>
              <a:t>8760</a:t>
            </a:r>
            <a:r>
              <a:rPr lang="zh-CN" altLang="en-US" sz="1600" dirty="0"/>
              <a:t>风速、辐照曲线，对风速求立方和代表全年风电资源，对辐照度直接求和代表全年光伏资源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09B285-F617-73C9-0B3D-C73D966B5AD4}"/>
              </a:ext>
            </a:extLst>
          </p:cNvPr>
          <p:cNvSpPr txBox="1"/>
          <p:nvPr/>
        </p:nvSpPr>
        <p:spPr>
          <a:xfrm>
            <a:off x="32813" y="780878"/>
            <a:ext cx="113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数据处理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1F8158-1E75-FF9C-74E1-4F71E41C98A8}"/>
              </a:ext>
            </a:extLst>
          </p:cNvPr>
          <p:cNvSpPr txBox="1"/>
          <p:nvPr/>
        </p:nvSpPr>
        <p:spPr>
          <a:xfrm>
            <a:off x="0" y="1409072"/>
            <a:ext cx="1349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代表年命名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59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矩形 107">
            <a:extLst>
              <a:ext uri="{FF2B5EF4-FFF2-40B4-BE49-F238E27FC236}">
                <a16:creationId xmlns:a16="http://schemas.microsoft.com/office/drawing/2014/main" id="{5F6893A5-0545-4E85-ACB3-E64858059158}"/>
              </a:ext>
            </a:extLst>
          </p:cNvPr>
          <p:cNvSpPr>
            <a:spLocks noGrp="1"/>
          </p:cNvSpPr>
          <p:nvPr/>
        </p:nvSpPr>
        <p:spPr>
          <a:xfrm>
            <a:off x="423234" y="97047"/>
            <a:ext cx="5961469" cy="3881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7222"/>
          </a:bodyPr>
          <a:lstStyle>
            <a:def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0"/>
              <a:t>（二）年景分类建库标准划分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E26B43-F753-4F7F-ABDB-E93D2A44D883}"/>
              </a:ext>
            </a:extLst>
          </p:cNvPr>
          <p:cNvSpPr>
            <a:spLocks noGrp="1"/>
          </p:cNvSpPr>
          <p:nvPr/>
        </p:nvSpPr>
        <p:spPr>
          <a:xfrm>
            <a:off x="145957" y="519896"/>
            <a:ext cx="8838224" cy="20796"/>
          </a:xfrm>
          <a:prstGeom prst="rect">
            <a:avLst/>
          </a:prstGeom>
          <a:solidFill>
            <a:srgbClr val="0B5BA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CD2F2A-9C28-4AA3-9008-FB2B53CC7695}"/>
              </a:ext>
            </a:extLst>
          </p:cNvPr>
          <p:cNvSpPr>
            <a:spLocks noGrp="1"/>
          </p:cNvSpPr>
          <p:nvPr/>
        </p:nvSpPr>
        <p:spPr>
          <a:xfrm>
            <a:off x="145957" y="623875"/>
            <a:ext cx="4069049" cy="3188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65" dirty="0"/>
              <a:t>基于76年资源排序的三级资源年划分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D43816-2520-4895-A1E0-FF1FBC13AA75}"/>
              </a:ext>
            </a:extLst>
          </p:cNvPr>
          <p:cNvSpPr>
            <a:spLocks noGrp="1"/>
          </p:cNvSpPr>
          <p:nvPr/>
        </p:nvSpPr>
        <p:spPr>
          <a:xfrm>
            <a:off x="2325759" y="3074314"/>
            <a:ext cx="3743248" cy="270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4" dirty="0"/>
              <a:t>76年样本的排序边界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51DC12-FF76-4850-AAD3-24DC0A44504C}"/>
              </a:ext>
            </a:extLst>
          </p:cNvPr>
          <p:cNvSpPr>
            <a:spLocks noGrp="1"/>
          </p:cNvSpPr>
          <p:nvPr/>
        </p:nvSpPr>
        <p:spPr>
          <a:xfrm>
            <a:off x="2325759" y="3379320"/>
            <a:ext cx="1012063" cy="318869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8EA8A6-439C-4B25-8842-DDEC194EBCB9}"/>
              </a:ext>
            </a:extLst>
          </p:cNvPr>
          <p:cNvSpPr>
            <a:spLocks noGrp="1"/>
          </p:cNvSpPr>
          <p:nvPr/>
        </p:nvSpPr>
        <p:spPr>
          <a:xfrm>
            <a:off x="2353486" y="3393183"/>
            <a:ext cx="956608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三级资源年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4CD9CF-E1FA-473F-B923-0E8344DB0063}"/>
              </a:ext>
            </a:extLst>
          </p:cNvPr>
          <p:cNvSpPr>
            <a:spLocks noGrp="1"/>
          </p:cNvSpPr>
          <p:nvPr/>
        </p:nvSpPr>
        <p:spPr>
          <a:xfrm>
            <a:off x="3337822" y="3379320"/>
            <a:ext cx="1067519" cy="318869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4B0370-A85D-457E-BB1C-FA8BAD94678A}"/>
              </a:ext>
            </a:extLst>
          </p:cNvPr>
          <p:cNvSpPr>
            <a:spLocks noGrp="1"/>
          </p:cNvSpPr>
          <p:nvPr/>
        </p:nvSpPr>
        <p:spPr>
          <a:xfrm>
            <a:off x="3365550" y="3393183"/>
            <a:ext cx="1012063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升序名次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6A08DB-5F94-4B68-AB00-214678341E07}"/>
              </a:ext>
            </a:extLst>
          </p:cNvPr>
          <p:cNvSpPr>
            <a:spLocks noGrp="1"/>
          </p:cNvSpPr>
          <p:nvPr/>
        </p:nvSpPr>
        <p:spPr>
          <a:xfrm>
            <a:off x="4405341" y="3379320"/>
            <a:ext cx="831833" cy="318869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6FF55B-4AE3-4AC2-A857-D878544CC4F2}"/>
              </a:ext>
            </a:extLst>
          </p:cNvPr>
          <p:cNvSpPr>
            <a:spLocks noGrp="1"/>
          </p:cNvSpPr>
          <p:nvPr/>
        </p:nvSpPr>
        <p:spPr>
          <a:xfrm>
            <a:off x="4433069" y="3393183"/>
            <a:ext cx="776377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样本比例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BA7A3C-0AD1-478E-9E7F-17B2233B2310}"/>
              </a:ext>
            </a:extLst>
          </p:cNvPr>
          <p:cNvSpPr>
            <a:spLocks noGrp="1"/>
          </p:cNvSpPr>
          <p:nvPr/>
        </p:nvSpPr>
        <p:spPr>
          <a:xfrm>
            <a:off x="5237174" y="3379320"/>
            <a:ext cx="845697" cy="318869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83B817-3C3D-4133-BF91-61D8903DF893}"/>
              </a:ext>
            </a:extLst>
          </p:cNvPr>
          <p:cNvSpPr>
            <a:spLocks noGrp="1"/>
          </p:cNvSpPr>
          <p:nvPr/>
        </p:nvSpPr>
        <p:spPr>
          <a:xfrm>
            <a:off x="5264902" y="3393183"/>
            <a:ext cx="790241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年份数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A5F23E-8FE0-400D-BCB6-2440F266733A}"/>
              </a:ext>
            </a:extLst>
          </p:cNvPr>
          <p:cNvSpPr>
            <a:spLocks noGrp="1"/>
          </p:cNvSpPr>
          <p:nvPr/>
        </p:nvSpPr>
        <p:spPr>
          <a:xfrm>
            <a:off x="2325759" y="3698189"/>
            <a:ext cx="1012063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62A90D-DD4F-4BEF-8785-DF0D5A7B79BE}"/>
              </a:ext>
            </a:extLst>
          </p:cNvPr>
          <p:cNvSpPr>
            <a:spLocks noGrp="1"/>
          </p:cNvSpPr>
          <p:nvPr/>
        </p:nvSpPr>
        <p:spPr>
          <a:xfrm>
            <a:off x="2353486" y="3712053"/>
            <a:ext cx="956608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小资源年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B29E4F8-7A8D-4299-93B1-7E21C8683693}"/>
              </a:ext>
            </a:extLst>
          </p:cNvPr>
          <p:cNvSpPr>
            <a:spLocks noGrp="1"/>
          </p:cNvSpPr>
          <p:nvPr/>
        </p:nvSpPr>
        <p:spPr>
          <a:xfrm>
            <a:off x="3337822" y="3698189"/>
            <a:ext cx="1067519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63DF52-5729-4EA7-8EEA-65990CF49B02}"/>
              </a:ext>
            </a:extLst>
          </p:cNvPr>
          <p:cNvSpPr>
            <a:spLocks noGrp="1"/>
          </p:cNvSpPr>
          <p:nvPr/>
        </p:nvSpPr>
        <p:spPr>
          <a:xfrm>
            <a:off x="3365550" y="3712053"/>
            <a:ext cx="1012063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第1—19名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41323F-8286-4D91-BBF6-2AC192FE541A}"/>
              </a:ext>
            </a:extLst>
          </p:cNvPr>
          <p:cNvSpPr>
            <a:spLocks noGrp="1"/>
          </p:cNvSpPr>
          <p:nvPr/>
        </p:nvSpPr>
        <p:spPr>
          <a:xfrm>
            <a:off x="4405341" y="3698189"/>
            <a:ext cx="831833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B77A0D-6B5F-4740-9D68-E85DD8052391}"/>
              </a:ext>
            </a:extLst>
          </p:cNvPr>
          <p:cNvSpPr>
            <a:spLocks noGrp="1"/>
          </p:cNvSpPr>
          <p:nvPr/>
        </p:nvSpPr>
        <p:spPr>
          <a:xfrm>
            <a:off x="4433069" y="3712053"/>
            <a:ext cx="776377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前25%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1A6F0D-4302-458A-9E4E-A57B676060B6}"/>
              </a:ext>
            </a:extLst>
          </p:cNvPr>
          <p:cNvSpPr>
            <a:spLocks noGrp="1"/>
          </p:cNvSpPr>
          <p:nvPr/>
        </p:nvSpPr>
        <p:spPr>
          <a:xfrm>
            <a:off x="5237174" y="3698189"/>
            <a:ext cx="845697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FB437C2-A221-40BF-8DE5-B8277CE3C8FB}"/>
              </a:ext>
            </a:extLst>
          </p:cNvPr>
          <p:cNvSpPr>
            <a:spLocks noGrp="1"/>
          </p:cNvSpPr>
          <p:nvPr/>
        </p:nvSpPr>
        <p:spPr>
          <a:xfrm>
            <a:off x="5264902" y="3712053"/>
            <a:ext cx="790241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044756-320F-4DDB-B8D6-4427FBE514EC}"/>
              </a:ext>
            </a:extLst>
          </p:cNvPr>
          <p:cNvSpPr>
            <a:spLocks noGrp="1"/>
          </p:cNvSpPr>
          <p:nvPr/>
        </p:nvSpPr>
        <p:spPr>
          <a:xfrm>
            <a:off x="2325759" y="4065582"/>
            <a:ext cx="1012063" cy="367393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D5B3851-418B-46C0-8B88-AD6A5CC66429}"/>
              </a:ext>
            </a:extLst>
          </p:cNvPr>
          <p:cNvSpPr>
            <a:spLocks noGrp="1"/>
          </p:cNvSpPr>
          <p:nvPr/>
        </p:nvSpPr>
        <p:spPr>
          <a:xfrm>
            <a:off x="2353486" y="4079446"/>
            <a:ext cx="956608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平均资源年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DD610F1-94A5-4B1B-8710-0A4DF671C25F}"/>
              </a:ext>
            </a:extLst>
          </p:cNvPr>
          <p:cNvSpPr>
            <a:spLocks noGrp="1"/>
          </p:cNvSpPr>
          <p:nvPr/>
        </p:nvSpPr>
        <p:spPr>
          <a:xfrm>
            <a:off x="3337822" y="4065582"/>
            <a:ext cx="1067519" cy="367393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06F4FC-6DB8-4E54-8755-7D4868AE47E9}"/>
              </a:ext>
            </a:extLst>
          </p:cNvPr>
          <p:cNvSpPr>
            <a:spLocks noGrp="1"/>
          </p:cNvSpPr>
          <p:nvPr/>
        </p:nvSpPr>
        <p:spPr>
          <a:xfrm>
            <a:off x="3365550" y="4079446"/>
            <a:ext cx="1012063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第20—57名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697763-933F-422B-9FAA-23485F6C7D48}"/>
              </a:ext>
            </a:extLst>
          </p:cNvPr>
          <p:cNvSpPr>
            <a:spLocks noGrp="1"/>
          </p:cNvSpPr>
          <p:nvPr/>
        </p:nvSpPr>
        <p:spPr>
          <a:xfrm>
            <a:off x="4405341" y="4065582"/>
            <a:ext cx="831833" cy="367393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EFCD66-FF72-4DC4-9689-EFD588CC871D}"/>
              </a:ext>
            </a:extLst>
          </p:cNvPr>
          <p:cNvSpPr>
            <a:spLocks noGrp="1"/>
          </p:cNvSpPr>
          <p:nvPr/>
        </p:nvSpPr>
        <p:spPr>
          <a:xfrm>
            <a:off x="4433069" y="4079446"/>
            <a:ext cx="776377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中间50%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0E6A2B-769E-4159-99B4-9AD2AE42733B}"/>
              </a:ext>
            </a:extLst>
          </p:cNvPr>
          <p:cNvSpPr>
            <a:spLocks noGrp="1"/>
          </p:cNvSpPr>
          <p:nvPr/>
        </p:nvSpPr>
        <p:spPr>
          <a:xfrm>
            <a:off x="5237174" y="4065582"/>
            <a:ext cx="845697" cy="367393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5708DB2-50F6-4917-B164-16D8FF4B1913}"/>
              </a:ext>
            </a:extLst>
          </p:cNvPr>
          <p:cNvSpPr>
            <a:spLocks noGrp="1"/>
          </p:cNvSpPr>
          <p:nvPr/>
        </p:nvSpPr>
        <p:spPr>
          <a:xfrm>
            <a:off x="5264902" y="4079446"/>
            <a:ext cx="790241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38年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A220A0-7E1E-4524-A183-9E9122AEA022}"/>
              </a:ext>
            </a:extLst>
          </p:cNvPr>
          <p:cNvSpPr>
            <a:spLocks noGrp="1"/>
          </p:cNvSpPr>
          <p:nvPr/>
        </p:nvSpPr>
        <p:spPr>
          <a:xfrm>
            <a:off x="2325759" y="4432975"/>
            <a:ext cx="1012063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43249D-92B2-412F-8E15-CA56FBE0210E}"/>
              </a:ext>
            </a:extLst>
          </p:cNvPr>
          <p:cNvSpPr>
            <a:spLocks noGrp="1"/>
          </p:cNvSpPr>
          <p:nvPr/>
        </p:nvSpPr>
        <p:spPr>
          <a:xfrm>
            <a:off x="2353486" y="4446839"/>
            <a:ext cx="956608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大资源年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F59760A-A87A-49B6-ACD7-CFB1C553690C}"/>
              </a:ext>
            </a:extLst>
          </p:cNvPr>
          <p:cNvSpPr>
            <a:spLocks noGrp="1"/>
          </p:cNvSpPr>
          <p:nvPr/>
        </p:nvSpPr>
        <p:spPr>
          <a:xfrm>
            <a:off x="3337822" y="4432975"/>
            <a:ext cx="1067519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76A5299-C59F-47A7-9EEF-0693949C280A}"/>
              </a:ext>
            </a:extLst>
          </p:cNvPr>
          <p:cNvSpPr>
            <a:spLocks noGrp="1"/>
          </p:cNvSpPr>
          <p:nvPr/>
        </p:nvSpPr>
        <p:spPr>
          <a:xfrm>
            <a:off x="3365550" y="4446839"/>
            <a:ext cx="1012063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第58—76名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2CD6D59-AA77-4A3C-83F9-33D483C95B48}"/>
              </a:ext>
            </a:extLst>
          </p:cNvPr>
          <p:cNvSpPr>
            <a:spLocks noGrp="1"/>
          </p:cNvSpPr>
          <p:nvPr/>
        </p:nvSpPr>
        <p:spPr>
          <a:xfrm>
            <a:off x="4405341" y="4432975"/>
            <a:ext cx="831833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42A53AC-B8A0-44BD-855F-7B5808BEEFEC}"/>
              </a:ext>
            </a:extLst>
          </p:cNvPr>
          <p:cNvSpPr>
            <a:spLocks noGrp="1"/>
          </p:cNvSpPr>
          <p:nvPr/>
        </p:nvSpPr>
        <p:spPr>
          <a:xfrm>
            <a:off x="4433069" y="4446839"/>
            <a:ext cx="776377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后25%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890682-0EC5-4F00-9221-8E0A028ADABB}"/>
              </a:ext>
            </a:extLst>
          </p:cNvPr>
          <p:cNvSpPr>
            <a:spLocks noGrp="1"/>
          </p:cNvSpPr>
          <p:nvPr/>
        </p:nvSpPr>
        <p:spPr>
          <a:xfrm>
            <a:off x="5237174" y="4432975"/>
            <a:ext cx="845697" cy="367393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E7283E4-C83E-40E8-9A52-19B8EF1FDD2B}"/>
              </a:ext>
            </a:extLst>
          </p:cNvPr>
          <p:cNvSpPr>
            <a:spLocks noGrp="1"/>
          </p:cNvSpPr>
          <p:nvPr/>
        </p:nvSpPr>
        <p:spPr>
          <a:xfrm>
            <a:off x="5264902" y="4446839"/>
            <a:ext cx="790241" cy="3396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19年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BB709AC-D300-40AF-BBC1-F9D8D96391A5}"/>
              </a:ext>
            </a:extLst>
          </p:cNvPr>
          <p:cNvSpPr>
            <a:spLocks noGrp="1"/>
          </p:cNvSpPr>
          <p:nvPr/>
        </p:nvSpPr>
        <p:spPr>
          <a:xfrm>
            <a:off x="443393" y="2398452"/>
            <a:ext cx="5386118" cy="263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65" dirty="0"/>
              <a:t>各资源分别排序；76×25%=19，因此三类可直接取19／38／19年。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34ECFA7-8EA4-4F26-B496-3994B3F689F2}"/>
              </a:ext>
            </a:extLst>
          </p:cNvPr>
          <p:cNvSpPr>
            <a:spLocks noGrp="1"/>
          </p:cNvSpPr>
          <p:nvPr/>
        </p:nvSpPr>
        <p:spPr>
          <a:xfrm>
            <a:off x="227887" y="2911812"/>
            <a:ext cx="8387648" cy="13864"/>
          </a:xfrm>
          <a:prstGeom prst="rect">
            <a:avLst/>
          </a:prstGeom>
          <a:solidFill>
            <a:srgbClr val="0B5BAA"/>
          </a:solidFill>
          <a:ln w="0"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F9C8FC7-DCD5-4FE2-897A-63A54ADA510E}"/>
              </a:ext>
            </a:extLst>
          </p:cNvPr>
          <p:cNvSpPr>
            <a:spLocks noGrp="1"/>
          </p:cNvSpPr>
          <p:nvPr/>
        </p:nvSpPr>
        <p:spPr>
          <a:xfrm>
            <a:off x="443393" y="1213089"/>
            <a:ext cx="3604609" cy="2564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4" dirty="0" err="1"/>
              <a:t>分组依据</a:t>
            </a:r>
            <a:endParaRPr sz="1474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FA3254A-8453-4102-AA55-F0301AD80083}"/>
              </a:ext>
            </a:extLst>
          </p:cNvPr>
          <p:cNvSpPr>
            <a:spLocks noGrp="1"/>
          </p:cNvSpPr>
          <p:nvPr/>
        </p:nvSpPr>
        <p:spPr>
          <a:xfrm>
            <a:off x="443393" y="1511162"/>
            <a:ext cx="3881887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• 1950—2025年共76年，闰年删除2月29日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4033C2E-E3F2-4EF2-A768-D58F32D63792}"/>
              </a:ext>
            </a:extLst>
          </p:cNvPr>
          <p:cNvSpPr>
            <a:spLocks noGrp="1"/>
          </p:cNvSpPr>
          <p:nvPr/>
        </p:nvSpPr>
        <p:spPr>
          <a:xfrm>
            <a:off x="443393" y="1788440"/>
            <a:ext cx="3881887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 dirty="0"/>
              <a:t>• </a:t>
            </a:r>
            <a:r>
              <a:rPr sz="1201" dirty="0" err="1"/>
              <a:t>按资源指标</a:t>
            </a:r>
            <a:r>
              <a:rPr lang="zh-CN" altLang="en-US" sz="1201" dirty="0"/>
              <a:t>（风速立方和、辐照和）</a:t>
            </a:r>
            <a:r>
              <a:rPr sz="1201" dirty="0" err="1"/>
              <a:t>升序排序</a:t>
            </a:r>
            <a:endParaRPr sz="1201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35B2898-81F0-40C9-A0FB-3B268BE2ACCF}"/>
              </a:ext>
            </a:extLst>
          </p:cNvPr>
          <p:cNvSpPr>
            <a:spLocks noGrp="1"/>
          </p:cNvSpPr>
          <p:nvPr/>
        </p:nvSpPr>
        <p:spPr>
          <a:xfrm>
            <a:off x="443393" y="2093446"/>
            <a:ext cx="3881887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 dirty="0"/>
              <a:t>• </a:t>
            </a:r>
            <a:r>
              <a:rPr sz="1201" dirty="0" err="1"/>
              <a:t>每库再用K-medoids选完整代表年</a:t>
            </a:r>
            <a:endParaRPr sz="1201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CEBE1F73-6FAF-46F0-627F-454517819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6697" y="196801"/>
            <a:ext cx="1533525" cy="23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4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2DCAABE-282D-43A5-989F-A2CE2AAAD774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21ACCB-9C1C-44C5-A715-E698E67D338C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2506626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（三）</a:t>
            </a:r>
            <a:r>
              <a:rPr sz="202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代表年</a:t>
            </a: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选取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2E9558A-1975-46F7-8941-CF704FA0A3D8}"/>
              </a:ext>
            </a:extLst>
          </p:cNvPr>
          <p:cNvSpPr>
            <a:spLocks noGrp="1"/>
          </p:cNvSpPr>
          <p:nvPr/>
        </p:nvSpPr>
        <p:spPr>
          <a:xfrm>
            <a:off x="401779" y="2186617"/>
            <a:ext cx="3861437" cy="2621280"/>
          </a:xfrm>
          <a:prstGeom prst="roundRect">
            <a:avLst>
              <a:gd name="adj" fmla="val 10303"/>
            </a:avLst>
          </a:prstGeom>
          <a:solidFill>
            <a:srgbClr val="FFFFFF"/>
          </a:solidFill>
          <a:ln w="14288">
            <a:solidFill>
              <a:srgbClr val="005BAC"/>
            </a:solidFill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3FB70EA-E786-4584-BA2C-6BD664EDDC86}"/>
              </a:ext>
            </a:extLst>
          </p:cNvPr>
          <p:cNvSpPr>
            <a:spLocks noGrp="1"/>
          </p:cNvSpPr>
          <p:nvPr/>
        </p:nvSpPr>
        <p:spPr>
          <a:xfrm>
            <a:off x="714027" y="2083137"/>
            <a:ext cx="3236943" cy="295275"/>
          </a:xfrm>
          <a:prstGeom prst="roundRect">
            <a:avLst>
              <a:gd name="adj" fmla="val 19355"/>
            </a:avLst>
          </a:prstGeom>
          <a:solidFill>
            <a:srgbClr val="F2F3F5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590B6B-AAC1-4872-B06A-ACA20117DB49}"/>
              </a:ext>
            </a:extLst>
          </p:cNvPr>
          <p:cNvSpPr>
            <a:spLocks noGrp="1"/>
          </p:cNvSpPr>
          <p:nvPr/>
        </p:nvSpPr>
        <p:spPr>
          <a:xfrm>
            <a:off x="447500" y="2087481"/>
            <a:ext cx="37242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4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选取历史年作为代表年生成曲线合理性</a:t>
            </a:r>
            <a:endParaRPr sz="14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989808-F0C8-4D61-91E7-E43844B7BE44}"/>
              </a:ext>
            </a:extLst>
          </p:cNvPr>
          <p:cNvSpPr>
            <a:spLocks noGrp="1"/>
          </p:cNvSpPr>
          <p:nvPr/>
        </p:nvSpPr>
        <p:spPr>
          <a:xfrm>
            <a:off x="622584" y="2429477"/>
            <a:ext cx="3549191" cy="22998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50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1.</a:t>
            </a:r>
            <a:r>
              <a:rPr lang="zh-CN" altLang="en-US" sz="150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用资源年库聚类选出来的一个样本中心相对于用概率模型，可以保证季节结构、连续片段、爬坡和月度关系同时合理，能源局选一年完整年作为标准年。</a:t>
            </a:r>
            <a:endParaRPr lang="en-US" altLang="zh-CN" sz="150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endParaRPr lang="en-US" altLang="zh-CN" sz="150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5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2.</a:t>
            </a:r>
            <a:r>
              <a:rPr lang="zh-CN" altLang="en-US" sz="1500" b="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若以代表月进行拼接，概率分布上看并不如历史年拟合的效果好，连接处将不会存在时序性，并且会有可能切割长时片段，后期在</a:t>
            </a:r>
            <a:r>
              <a:rPr lang="zh-CN" altLang="en-US" sz="1500" dirty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插入校正片段时会兼顾月特性。</a:t>
            </a:r>
            <a:endParaRPr lang="en-US" altLang="zh-CN" sz="1500" dirty="0">
              <a:solidFill>
                <a:srgbClr val="22222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B33DD1A-BBFA-114B-0F6A-456B087ADC09}"/>
              </a:ext>
            </a:extLst>
          </p:cNvPr>
          <p:cNvSpPr txBox="1"/>
          <p:nvPr/>
        </p:nvSpPr>
        <p:spPr>
          <a:xfrm>
            <a:off x="829843" y="1304659"/>
            <a:ext cx="76035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首先依据年总资源量将历史年份划分为大资源年、平均资源年和小资源年三个资源库。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各资源库分别进行 </a:t>
            </a:r>
            <a:r>
              <a:rPr lang="en-US" altLang="zh-CN" sz="1400" dirty="0"/>
              <a:t>K-medoids </a:t>
            </a:r>
            <a:r>
              <a:rPr lang="zh-CN" altLang="en-US" sz="1400" dirty="0"/>
              <a:t>聚类，选择与库内其他年份距离之和最小的真实年份作为代表年。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F7E061-A64F-9A52-AC03-64729C7ECE2A}"/>
              </a:ext>
            </a:extLst>
          </p:cNvPr>
          <p:cNvSpPr txBox="1"/>
          <p:nvPr/>
        </p:nvSpPr>
        <p:spPr>
          <a:xfrm>
            <a:off x="492139" y="747875"/>
            <a:ext cx="5474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选取合理性：保留全年结构与类内特征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27FEF09-5104-4913-4BE6-31AA0E7D22D3}"/>
              </a:ext>
            </a:extLst>
          </p:cNvPr>
          <p:cNvSpPr>
            <a:spLocks noGrp="1"/>
          </p:cNvSpPr>
          <p:nvPr/>
        </p:nvSpPr>
        <p:spPr>
          <a:xfrm>
            <a:off x="4685273" y="2697424"/>
            <a:ext cx="3951206" cy="2564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4"/>
              <a:t>重新计算的年代表样本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7C55AFD-113A-9363-C912-88107FA59090}"/>
              </a:ext>
            </a:extLst>
          </p:cNvPr>
          <p:cNvSpPr>
            <a:spLocks noGrp="1"/>
          </p:cNvSpPr>
          <p:nvPr/>
        </p:nvSpPr>
        <p:spPr>
          <a:xfrm>
            <a:off x="4685273" y="3009362"/>
            <a:ext cx="1122974" cy="298073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4BF381A-253C-E030-CB2E-26E6A70A2ACD}"/>
              </a:ext>
            </a:extLst>
          </p:cNvPr>
          <p:cNvSpPr>
            <a:spLocks noGrp="1"/>
          </p:cNvSpPr>
          <p:nvPr/>
        </p:nvSpPr>
        <p:spPr>
          <a:xfrm>
            <a:off x="4713001" y="3023225"/>
            <a:ext cx="1067519" cy="270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资源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D5C905-17AA-5DD0-9C6E-FB8D8A9F9B6E}"/>
              </a:ext>
            </a:extLst>
          </p:cNvPr>
          <p:cNvSpPr>
            <a:spLocks noGrp="1"/>
          </p:cNvSpPr>
          <p:nvPr/>
        </p:nvSpPr>
        <p:spPr>
          <a:xfrm>
            <a:off x="5808247" y="3009362"/>
            <a:ext cx="991268" cy="298073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8857751-72C1-A68D-3264-D1AC02B5A86D}"/>
              </a:ext>
            </a:extLst>
          </p:cNvPr>
          <p:cNvSpPr>
            <a:spLocks noGrp="1"/>
          </p:cNvSpPr>
          <p:nvPr/>
        </p:nvSpPr>
        <p:spPr>
          <a:xfrm>
            <a:off x="5835975" y="3023225"/>
            <a:ext cx="935812" cy="270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 dirty="0" err="1"/>
              <a:t>大资源年</a:t>
            </a:r>
            <a:endParaRPr sz="1201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64DE0E-FCD2-1D51-3949-8904FEC92157}"/>
              </a:ext>
            </a:extLst>
          </p:cNvPr>
          <p:cNvSpPr>
            <a:spLocks noGrp="1"/>
          </p:cNvSpPr>
          <p:nvPr/>
        </p:nvSpPr>
        <p:spPr>
          <a:xfrm>
            <a:off x="6799515" y="3009362"/>
            <a:ext cx="991268" cy="298073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BAD2E3B-9184-555D-6B40-32D9CA000981}"/>
              </a:ext>
            </a:extLst>
          </p:cNvPr>
          <p:cNvSpPr>
            <a:spLocks noGrp="1"/>
          </p:cNvSpPr>
          <p:nvPr/>
        </p:nvSpPr>
        <p:spPr>
          <a:xfrm>
            <a:off x="6827243" y="3023225"/>
            <a:ext cx="935812" cy="270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平均资源年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FF6BEB5-1E1B-F9E0-81A1-8478040D0C13}"/>
              </a:ext>
            </a:extLst>
          </p:cNvPr>
          <p:cNvSpPr>
            <a:spLocks noGrp="1"/>
          </p:cNvSpPr>
          <p:nvPr/>
        </p:nvSpPr>
        <p:spPr>
          <a:xfrm>
            <a:off x="7790782" y="3009362"/>
            <a:ext cx="991268" cy="298073"/>
          </a:xfrm>
          <a:prstGeom prst="rect">
            <a:avLst/>
          </a:prstGeom>
          <a:solidFill>
            <a:srgbClr val="0B5BAA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6293799-9F40-DAD2-4BBE-B574426017A8}"/>
              </a:ext>
            </a:extLst>
          </p:cNvPr>
          <p:cNvSpPr>
            <a:spLocks noGrp="1"/>
          </p:cNvSpPr>
          <p:nvPr/>
        </p:nvSpPr>
        <p:spPr>
          <a:xfrm>
            <a:off x="7818510" y="3023225"/>
            <a:ext cx="935812" cy="2703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小资源年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3EA5039-4ECB-318D-37F5-A86051DCF27C}"/>
              </a:ext>
            </a:extLst>
          </p:cNvPr>
          <p:cNvSpPr>
            <a:spLocks noGrp="1"/>
          </p:cNvSpPr>
          <p:nvPr/>
        </p:nvSpPr>
        <p:spPr>
          <a:xfrm>
            <a:off x="4685273" y="3307435"/>
            <a:ext cx="1122974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4F720A1-EFCA-3397-B881-201DA2B75D31}"/>
              </a:ext>
            </a:extLst>
          </p:cNvPr>
          <p:cNvSpPr>
            <a:spLocks noGrp="1"/>
          </p:cNvSpPr>
          <p:nvPr/>
        </p:nvSpPr>
        <p:spPr>
          <a:xfrm>
            <a:off x="4713001" y="3321298"/>
            <a:ext cx="1067519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海上风电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89006DC-70AA-E34C-0721-243E5B30E997}"/>
              </a:ext>
            </a:extLst>
          </p:cNvPr>
          <p:cNvSpPr>
            <a:spLocks noGrp="1"/>
          </p:cNvSpPr>
          <p:nvPr/>
        </p:nvSpPr>
        <p:spPr>
          <a:xfrm>
            <a:off x="5808247" y="3307435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3985B14-BF6C-1FBF-49FE-AB6AB749A41C}"/>
              </a:ext>
            </a:extLst>
          </p:cNvPr>
          <p:cNvSpPr>
            <a:spLocks noGrp="1"/>
          </p:cNvSpPr>
          <p:nvPr/>
        </p:nvSpPr>
        <p:spPr>
          <a:xfrm>
            <a:off x="5835975" y="332129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1988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2B371FA-0438-3DAA-22B8-03410EC9D423}"/>
              </a:ext>
            </a:extLst>
          </p:cNvPr>
          <p:cNvSpPr>
            <a:spLocks noGrp="1"/>
          </p:cNvSpPr>
          <p:nvPr/>
        </p:nvSpPr>
        <p:spPr>
          <a:xfrm>
            <a:off x="6799515" y="3307435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303ED2-AED5-26CC-D376-53566797A444}"/>
              </a:ext>
            </a:extLst>
          </p:cNvPr>
          <p:cNvSpPr>
            <a:spLocks noGrp="1"/>
          </p:cNvSpPr>
          <p:nvPr/>
        </p:nvSpPr>
        <p:spPr>
          <a:xfrm>
            <a:off x="6827243" y="332129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1998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855B770-DB9C-5D90-F463-A2D83C7C9DEE}"/>
              </a:ext>
            </a:extLst>
          </p:cNvPr>
          <p:cNvSpPr>
            <a:spLocks noGrp="1"/>
          </p:cNvSpPr>
          <p:nvPr/>
        </p:nvSpPr>
        <p:spPr>
          <a:xfrm>
            <a:off x="7790782" y="3307435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C5EC62C-2B28-2C44-1FDD-4092C9F64986}"/>
              </a:ext>
            </a:extLst>
          </p:cNvPr>
          <p:cNvSpPr>
            <a:spLocks noGrp="1"/>
          </p:cNvSpPr>
          <p:nvPr/>
        </p:nvSpPr>
        <p:spPr>
          <a:xfrm>
            <a:off x="7818510" y="332129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1984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5975ABC-C991-6928-B955-D09F86141765}"/>
              </a:ext>
            </a:extLst>
          </p:cNvPr>
          <p:cNvSpPr>
            <a:spLocks noGrp="1"/>
          </p:cNvSpPr>
          <p:nvPr/>
        </p:nvSpPr>
        <p:spPr>
          <a:xfrm>
            <a:off x="4685273" y="3626304"/>
            <a:ext cx="1122974" cy="318869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ACE43EF-749A-F3E0-9500-C137186D58DF}"/>
              </a:ext>
            </a:extLst>
          </p:cNvPr>
          <p:cNvSpPr>
            <a:spLocks noGrp="1"/>
          </p:cNvSpPr>
          <p:nvPr/>
        </p:nvSpPr>
        <p:spPr>
          <a:xfrm>
            <a:off x="4713001" y="3640168"/>
            <a:ext cx="1067519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 dirty="0" err="1"/>
              <a:t>陆上风电</a:t>
            </a:r>
            <a:endParaRPr sz="1092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EE0433E-7861-2C1E-EAA3-915F8A93AE69}"/>
              </a:ext>
            </a:extLst>
          </p:cNvPr>
          <p:cNvSpPr>
            <a:spLocks noGrp="1"/>
          </p:cNvSpPr>
          <p:nvPr/>
        </p:nvSpPr>
        <p:spPr>
          <a:xfrm>
            <a:off x="5808247" y="3626304"/>
            <a:ext cx="991268" cy="318869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5DE9CF6-8D6B-E14B-5AAD-22609116D778}"/>
              </a:ext>
            </a:extLst>
          </p:cNvPr>
          <p:cNvSpPr>
            <a:spLocks noGrp="1"/>
          </p:cNvSpPr>
          <p:nvPr/>
        </p:nvSpPr>
        <p:spPr>
          <a:xfrm>
            <a:off x="5835975" y="364016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 dirty="0"/>
              <a:t>1988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6388D2D-5BDA-6AC3-E093-F8CE76DD124D}"/>
              </a:ext>
            </a:extLst>
          </p:cNvPr>
          <p:cNvSpPr>
            <a:spLocks noGrp="1"/>
          </p:cNvSpPr>
          <p:nvPr/>
        </p:nvSpPr>
        <p:spPr>
          <a:xfrm>
            <a:off x="6799515" y="3626304"/>
            <a:ext cx="991268" cy="318869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5F25A647-4003-FF59-CD1B-73808BB01C1E}"/>
              </a:ext>
            </a:extLst>
          </p:cNvPr>
          <p:cNvSpPr>
            <a:spLocks noGrp="1"/>
          </p:cNvSpPr>
          <p:nvPr/>
        </p:nvSpPr>
        <p:spPr>
          <a:xfrm>
            <a:off x="6827243" y="364016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1993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74A1E5F-C18F-6A7B-3367-D6B9581CDF52}"/>
              </a:ext>
            </a:extLst>
          </p:cNvPr>
          <p:cNvSpPr>
            <a:spLocks noGrp="1"/>
          </p:cNvSpPr>
          <p:nvPr/>
        </p:nvSpPr>
        <p:spPr>
          <a:xfrm>
            <a:off x="7790782" y="3626304"/>
            <a:ext cx="991268" cy="318869"/>
          </a:xfrm>
          <a:prstGeom prst="rect">
            <a:avLst/>
          </a:prstGeom>
          <a:solidFill>
            <a:srgbClr val="F2F4F7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F28E791-49BA-F673-99E5-07BC9DFE5BE1}"/>
              </a:ext>
            </a:extLst>
          </p:cNvPr>
          <p:cNvSpPr>
            <a:spLocks noGrp="1"/>
          </p:cNvSpPr>
          <p:nvPr/>
        </p:nvSpPr>
        <p:spPr>
          <a:xfrm>
            <a:off x="7818510" y="3640168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 dirty="0"/>
              <a:t>1959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FF1B56B-B2CE-83B4-814B-A34C1624C125}"/>
              </a:ext>
            </a:extLst>
          </p:cNvPr>
          <p:cNvSpPr>
            <a:spLocks noGrp="1"/>
          </p:cNvSpPr>
          <p:nvPr/>
        </p:nvSpPr>
        <p:spPr>
          <a:xfrm>
            <a:off x="4685273" y="3945173"/>
            <a:ext cx="1122974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FC5F4E7-B2F0-5B21-4477-AFA395BDFB77}"/>
              </a:ext>
            </a:extLst>
          </p:cNvPr>
          <p:cNvSpPr>
            <a:spLocks noGrp="1"/>
          </p:cNvSpPr>
          <p:nvPr/>
        </p:nvSpPr>
        <p:spPr>
          <a:xfrm>
            <a:off x="4713001" y="3959037"/>
            <a:ext cx="1067519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光伏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2A638D1-C958-FFED-34C5-3B6AED47A83B}"/>
              </a:ext>
            </a:extLst>
          </p:cNvPr>
          <p:cNvSpPr>
            <a:spLocks noGrp="1"/>
          </p:cNvSpPr>
          <p:nvPr/>
        </p:nvSpPr>
        <p:spPr>
          <a:xfrm>
            <a:off x="5808247" y="3945173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664DC37-4083-E8A9-C8A5-9310F5D0BC80}"/>
              </a:ext>
            </a:extLst>
          </p:cNvPr>
          <p:cNvSpPr>
            <a:spLocks noGrp="1"/>
          </p:cNvSpPr>
          <p:nvPr/>
        </p:nvSpPr>
        <p:spPr>
          <a:xfrm>
            <a:off x="5835975" y="3959037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2019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E66A306-52AD-0913-C7E8-B9CC45BBECBA}"/>
              </a:ext>
            </a:extLst>
          </p:cNvPr>
          <p:cNvSpPr>
            <a:spLocks noGrp="1"/>
          </p:cNvSpPr>
          <p:nvPr/>
        </p:nvSpPr>
        <p:spPr>
          <a:xfrm>
            <a:off x="6799515" y="3945173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23CE92B-7252-3DD6-096A-F84281E0D1E8}"/>
              </a:ext>
            </a:extLst>
          </p:cNvPr>
          <p:cNvSpPr>
            <a:spLocks noGrp="1"/>
          </p:cNvSpPr>
          <p:nvPr/>
        </p:nvSpPr>
        <p:spPr>
          <a:xfrm>
            <a:off x="6827243" y="3959037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2006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E21BCF0-4AF3-D720-E8A5-E5D74AF65D35}"/>
              </a:ext>
            </a:extLst>
          </p:cNvPr>
          <p:cNvSpPr>
            <a:spLocks noGrp="1"/>
          </p:cNvSpPr>
          <p:nvPr/>
        </p:nvSpPr>
        <p:spPr>
          <a:xfrm>
            <a:off x="7790782" y="3945173"/>
            <a:ext cx="991268" cy="318869"/>
          </a:xfrm>
          <a:prstGeom prst="rect">
            <a:avLst/>
          </a:prstGeom>
          <a:solidFill>
            <a:srgbClr val="FFFFFF"/>
          </a:solidFill>
          <a:ln w="9525">
            <a:solidFill>
              <a:srgbClr val="1B1B1B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E96FB7A-58B4-B2FE-7C81-344C02EE405F}"/>
              </a:ext>
            </a:extLst>
          </p:cNvPr>
          <p:cNvSpPr>
            <a:spLocks noGrp="1"/>
          </p:cNvSpPr>
          <p:nvPr/>
        </p:nvSpPr>
        <p:spPr>
          <a:xfrm>
            <a:off x="7818510" y="3959037"/>
            <a:ext cx="935812" cy="2911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1B1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1985</a:t>
            </a:r>
          </a:p>
        </p:txBody>
      </p:sp>
    </p:spTree>
    <p:extLst>
      <p:ext uri="{BB962C8B-B14F-4D97-AF65-F5344CB8AC3E}">
        <p14:creationId xmlns:p14="http://schemas.microsoft.com/office/powerpoint/2010/main" val="112553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7CBC38-79CB-4EB2-90C6-6698450BDF74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793CC-6AAF-460F-9601-7D40C4AB4EF0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（四）</a:t>
            </a:r>
            <a:r>
              <a:rPr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低</a:t>
            </a: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、高出力</a:t>
            </a:r>
            <a:r>
              <a:rPr sz="2025" b="1" dirty="0" err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过程的识别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1569258639"/>
              </p:ext>
            </p:extLst>
          </p:nvPr>
        </p:nvGraphicFramePr>
        <p:xfrm>
          <a:off x="1600200" y="681940"/>
          <a:ext cx="5387340" cy="736506"/>
        </p:xfrm>
        <a:graphic>
          <a:graphicData uri="http://schemas.openxmlformats.org/drawingml/2006/table">
            <a:tbl>
              <a:tblPr/>
              <a:tblGrid>
                <a:gridCol w="1101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375"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</a:t>
                      </a:r>
                      <a:endParaRPr sz="135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当前算例可确认的口径</a:t>
                      </a:r>
                      <a:endParaRPr sz="135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858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 err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风速</a:t>
                      </a:r>
                      <a:r>
                        <a:rPr lang="zh-CN" altLang="en-US"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</a:t>
                      </a:r>
                      <a:r>
                        <a:rPr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P10</a:t>
                      </a:r>
                      <a:r>
                        <a:rPr lang="zh-CN" altLang="en-US"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阈值、高于</a:t>
                      </a:r>
                      <a:r>
                        <a:rPr lang="en-US" altLang="zh-CN"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  <a:r>
                        <a:rPr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阈值且时长≥3小时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58"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太阳能资源</a:t>
                      </a:r>
                    </a:p>
                  </a:txBody>
                  <a:tcPr marL="57150" marR="57150" marT="9525" marB="9525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日平均辐照度P10</a:t>
                      </a:r>
                      <a:r>
                        <a:rPr lang="en-US" sz="1350" b="0" dirty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识别低辐照日</a:t>
                      </a:r>
                      <a:endParaRPr sz="1350" b="0" dirty="0">
                        <a:solidFill>
                          <a:srgbClr val="222222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6B51C96-BAEF-2C51-72CF-9A94EF85598B}"/>
              </a:ext>
            </a:extLst>
          </p:cNvPr>
          <p:cNvSpPr txBox="1"/>
          <p:nvPr/>
        </p:nvSpPr>
        <p:spPr>
          <a:xfrm>
            <a:off x="1482617" y="1559357"/>
            <a:ext cx="6739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每个月建立一个片段库，建立</a:t>
            </a:r>
            <a:r>
              <a:rPr lang="en-US" altLang="zh-CN" dirty="0"/>
              <a:t>12</a:t>
            </a:r>
            <a:r>
              <a:rPr lang="zh-CN" altLang="en-US" dirty="0"/>
              <a:t>个库，所有片段按照平均值排序。光资源年库要将已经是低出力的日期删掉。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DE73269-CC82-7EE4-74CD-C7789E9B0A09}"/>
              </a:ext>
            </a:extLst>
          </p:cNvPr>
          <p:cNvPicPr>
            <a:picLocks/>
          </p:cNvPicPr>
          <p:nvPr/>
        </p:nvPicPr>
        <p:blipFill>
          <a:blip r:embed="rId4"/>
          <a:srcRect r="7573" b="4494"/>
          <a:stretch>
            <a:fillRect/>
          </a:stretch>
        </p:blipFill>
        <p:spPr>
          <a:xfrm>
            <a:off x="205153" y="2464436"/>
            <a:ext cx="2790094" cy="25800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3E218A1-668D-36F1-1090-6B6F4DE41CF0}"/>
              </a:ext>
            </a:extLst>
          </p:cNvPr>
          <p:cNvPicPr>
            <a:picLocks/>
          </p:cNvPicPr>
          <p:nvPr/>
        </p:nvPicPr>
        <p:blipFill>
          <a:blip r:embed="rId5"/>
          <a:srcRect r="10306"/>
          <a:stretch>
            <a:fillRect/>
          </a:stretch>
        </p:blipFill>
        <p:spPr>
          <a:xfrm>
            <a:off x="2995247" y="2464436"/>
            <a:ext cx="2881175" cy="258000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C65FF21-88ED-7B69-02F8-BE65386807D9}"/>
              </a:ext>
            </a:extLst>
          </p:cNvPr>
          <p:cNvSpPr txBox="1"/>
          <p:nvPr/>
        </p:nvSpPr>
        <p:spPr>
          <a:xfrm>
            <a:off x="342898" y="630534"/>
            <a:ext cx="113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片段识别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9F18C4-22C9-911D-4D0C-44D84EF1C2E1}"/>
              </a:ext>
            </a:extLst>
          </p:cNvPr>
          <p:cNvSpPr txBox="1"/>
          <p:nvPr/>
        </p:nvSpPr>
        <p:spPr>
          <a:xfrm>
            <a:off x="274851" y="1418446"/>
            <a:ext cx="11397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片段排序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8CF7298-9C73-A3FE-9176-1E8685849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394" y="2571750"/>
            <a:ext cx="3199606" cy="222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2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ECC8-8E42-A4E6-259E-4227C07E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2D6BFA5-FE56-E875-9DAB-AF98C476F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8D4C989-2CE1-6447-1EB3-628E914496FE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FDBA75-9931-1A1C-9437-12E7705C368D}"/>
              </a:ext>
            </a:extLst>
          </p:cNvPr>
          <p:cNvSpPr txBox="1"/>
          <p:nvPr/>
        </p:nvSpPr>
        <p:spPr>
          <a:xfrm>
            <a:off x="107303" y="696308"/>
            <a:ext cx="2502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风电出力曲线片段插入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A38662-73D8-CCEE-ED25-BAF2FCC3867A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A41C2D-0F28-AD59-73AE-91CF759CCC4F}"/>
              </a:ext>
            </a:extLst>
          </p:cNvPr>
          <p:cNvSpPr txBox="1"/>
          <p:nvPr/>
        </p:nvSpPr>
        <p:spPr>
          <a:xfrm>
            <a:off x="286372" y="3744127"/>
            <a:ext cx="2323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为什么选择中位片段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78D308-8F04-7D84-AD02-CA2F36993A74}"/>
              </a:ext>
            </a:extLst>
          </p:cNvPr>
          <p:cNvSpPr txBox="1"/>
          <p:nvPr/>
        </p:nvSpPr>
        <p:spPr>
          <a:xfrm>
            <a:off x="22394" y="4268179"/>
            <a:ext cx="3006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选择完整年作为基础典型曲线，年缺口小时数基本为总低出力小时数的六分之一，极端出力片段已经在基础年数据上有所提现，所以无需再插入极端片段，从中位数开始插。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D2FA3A-C90A-56F1-611B-A6043C68F971}"/>
              </a:ext>
            </a:extLst>
          </p:cNvPr>
          <p:cNvSpPr txBox="1"/>
          <p:nvPr/>
        </p:nvSpPr>
        <p:spPr>
          <a:xfrm>
            <a:off x="107303" y="1004085"/>
            <a:ext cx="28364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极端小时数</a:t>
            </a:r>
            <a:r>
              <a:rPr lang="en-US" altLang="zh-CN" sz="1200" dirty="0"/>
              <a:t>:</a:t>
            </a:r>
            <a:r>
              <a:rPr lang="zh-CN" altLang="en-US" sz="1200" dirty="0"/>
              <a:t>风速低于</a:t>
            </a:r>
            <a:r>
              <a:rPr lang="en-US" altLang="zh-CN" sz="1200" dirty="0"/>
              <a:t>P10</a:t>
            </a:r>
            <a:r>
              <a:rPr lang="zh-CN" altLang="en-US" sz="1200" dirty="0"/>
              <a:t>阈值、高于</a:t>
            </a:r>
            <a:r>
              <a:rPr lang="en-US" altLang="zh-CN" sz="1200" dirty="0"/>
              <a:t>P90</a:t>
            </a:r>
            <a:r>
              <a:rPr lang="zh-CN" altLang="en-US" sz="1200" dirty="0"/>
              <a:t>阈值且时长≥</a:t>
            </a:r>
            <a:r>
              <a:rPr lang="en-US" altLang="zh-CN" sz="1200" dirty="0"/>
              <a:t>3</a:t>
            </a:r>
            <a:r>
              <a:rPr lang="zh-CN" altLang="en-US" sz="1200" dirty="0"/>
              <a:t>小时片段总小时数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年目标小时数：资源年库平均年极端小时数（年目标小时数）</a:t>
            </a:r>
          </a:p>
          <a:p>
            <a:endParaRPr lang="en-US" altLang="zh-CN" sz="1200" dirty="0"/>
          </a:p>
          <a:p>
            <a:r>
              <a:rPr lang="zh-CN" altLang="en-US" sz="1200" dirty="0"/>
              <a:t>月度缺口</a:t>
            </a:r>
            <a:r>
              <a:rPr lang="en-US" altLang="zh-CN" sz="1200" dirty="0"/>
              <a:t>:</a:t>
            </a:r>
            <a:r>
              <a:rPr lang="zh-CN" altLang="en-US" sz="1200" dirty="0"/>
              <a:t>资源年库平均月极端小时数（月目标小时数）</a:t>
            </a:r>
            <a:r>
              <a:rPr lang="en-US" altLang="zh-CN" sz="1200" dirty="0"/>
              <a:t>—</a:t>
            </a:r>
            <a:r>
              <a:rPr lang="zh-CN" altLang="en-US" sz="1200" dirty="0"/>
              <a:t>代表年每月极端小时数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5734A6-173B-1096-C4FB-B4F048295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4662" y="947337"/>
            <a:ext cx="5622966" cy="324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2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DB82-CBDB-4677-7CE1-695E9447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6669EBC-B975-65A5-6595-9B65F8E9B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83F1EFA-EDB9-3DD9-79B6-1BF012887743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DC18A7-910D-02D9-AE9D-B58BFE610736}"/>
              </a:ext>
            </a:extLst>
          </p:cNvPr>
          <p:cNvSpPr txBox="1"/>
          <p:nvPr/>
        </p:nvSpPr>
        <p:spPr>
          <a:xfrm>
            <a:off x="306028" y="2235508"/>
            <a:ext cx="460962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Wasserstein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距离：</a:t>
            </a: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它比较的是两组数据的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整个概率分布</a:t>
            </a:r>
            <a:r>
              <a:rPr lang="zh-CN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可以理解为：将一个分布搬运成另一个分布时，概率质量所需的最小平均移动距离。这个值越小，说明场景曲线的概率分布越接近历史资源库。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728557-BA19-8030-8B3D-05FC73C94C4D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1D831D-07C9-5181-7322-EFD7E4145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253" y="1261268"/>
            <a:ext cx="3278500" cy="19239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3116DD-0DED-A114-B84B-0F4C0797B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788" y="3291030"/>
            <a:ext cx="2724530" cy="50489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B7FE58-E8FB-B807-D4DE-103F95C30ABC}"/>
              </a:ext>
            </a:extLst>
          </p:cNvPr>
          <p:cNvSpPr>
            <a:spLocks noGrp="1"/>
          </p:cNvSpPr>
          <p:nvPr/>
        </p:nvSpPr>
        <p:spPr>
          <a:xfrm>
            <a:off x="361950" y="1457588"/>
            <a:ext cx="425109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历史库19年共166,440小时；代表年8,760小时。每组按自己的小时数除，得到两条累计分布曲线。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2E0320-F70C-40C5-2C8C-FF821B0278BD}"/>
              </a:ext>
            </a:extLst>
          </p:cNvPr>
          <p:cNvSpPr>
            <a:spLocks noGrp="1"/>
          </p:cNvSpPr>
          <p:nvPr/>
        </p:nvSpPr>
        <p:spPr>
          <a:xfrm>
            <a:off x="469313" y="3533040"/>
            <a:ext cx="4283053" cy="443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/>
              <a:t>计算</a:t>
            </a:r>
            <a:r>
              <a:rPr lang="zh-CN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Wasserstein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距离：</a:t>
            </a:r>
            <a:r>
              <a:rPr sz="1200" b="0" dirty="0" err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沿风速轴累加两条累计曲线的差</a:t>
            </a:r>
            <a:r>
              <a:rPr lang="zh-CN" altLang="en-US" sz="1200" b="0" dirty="0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rPr>
              <a:t>，也就是两条曲线围成的面积，差的绝对值的积分</a:t>
            </a:r>
            <a:endParaRPr sz="1200" b="0" dirty="0">
              <a:solidFill>
                <a:srgbClr val="2020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72DCD8-B9E3-FD93-FCB8-C03DB52D9E38}"/>
              </a:ext>
            </a:extLst>
          </p:cNvPr>
          <p:cNvSpPr>
            <a:spLocks noGrp="1"/>
          </p:cNvSpPr>
          <p:nvPr/>
        </p:nvSpPr>
        <p:spPr>
          <a:xfrm>
            <a:off x="344869" y="899318"/>
            <a:ext cx="42271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分别统计“风速≤v”的小时占比</a:t>
            </a:r>
            <a:r>
              <a:rPr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F(v)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（概率分布函数）</a:t>
            </a:r>
            <a:endParaRPr sz="14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235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F4C3-42F5-C5FB-FCD3-DE3E05BD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53B1535-5A0C-BA8A-714E-01F9A351F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121CB9E-768D-1078-FB8B-FE3C1BBE414F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F8CC341-4137-1265-EF22-1BC5DE964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563898"/>
              </p:ext>
            </p:extLst>
          </p:nvPr>
        </p:nvGraphicFramePr>
        <p:xfrm>
          <a:off x="2732358" y="1470009"/>
          <a:ext cx="3399949" cy="18135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058946">
                  <a:extLst>
                    <a:ext uri="{9D8B030D-6E8A-4147-A177-3AD203B41FA5}">
                      <a16:colId xmlns:a16="http://schemas.microsoft.com/office/drawing/2014/main" val="413671595"/>
                    </a:ext>
                  </a:extLst>
                </a:gridCol>
                <a:gridCol w="744489">
                  <a:extLst>
                    <a:ext uri="{9D8B030D-6E8A-4147-A177-3AD203B41FA5}">
                      <a16:colId xmlns:a16="http://schemas.microsoft.com/office/drawing/2014/main" val="40146290"/>
                    </a:ext>
                  </a:extLst>
                </a:gridCol>
                <a:gridCol w="769305">
                  <a:extLst>
                    <a:ext uri="{9D8B030D-6E8A-4147-A177-3AD203B41FA5}">
                      <a16:colId xmlns:a16="http://schemas.microsoft.com/office/drawing/2014/main" val="680771740"/>
                    </a:ext>
                  </a:extLst>
                </a:gridCol>
                <a:gridCol w="827209">
                  <a:extLst>
                    <a:ext uri="{9D8B030D-6E8A-4147-A177-3AD203B41FA5}">
                      <a16:colId xmlns:a16="http://schemas.microsoft.com/office/drawing/2014/main" val="3533986909"/>
                    </a:ext>
                  </a:extLst>
                </a:gridCol>
              </a:tblGrid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代表曲线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单独阈值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向小侧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/>
                        <a:t>向大侧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227187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大风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P10小风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0.069618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0.069722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64802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大风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P90大风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0.104901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0.105201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807944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平均</a:t>
                      </a:r>
                      <a:r>
                        <a:rPr lang="zh-CN" sz="1100" dirty="0"/>
                        <a:t>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P10小风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0.063641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0.063893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185518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100" dirty="0"/>
                        <a:t>平均</a:t>
                      </a:r>
                      <a:r>
                        <a:rPr lang="zh-CN" sz="1100" dirty="0"/>
                        <a:t>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P90大风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0.179307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0.180837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248029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小风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P10小风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0.072195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0.072294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4575532"/>
                  </a:ext>
                </a:extLst>
              </a:tr>
              <a:tr h="24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 dirty="0"/>
                        <a:t>小风</a:t>
                      </a:r>
                      <a:r>
                        <a:rPr lang="zh-CN" altLang="en-US" sz="1100" dirty="0"/>
                        <a:t>资源</a:t>
                      </a:r>
                      <a:r>
                        <a:rPr lang="zh-CN" sz="11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100"/>
                        <a:t>P90大风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0.131608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CN" sz="1100" dirty="0"/>
                        <a:t>0.130837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458658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CFB186E7-EF20-6D04-EBEE-FF0544F3BAB1}"/>
              </a:ext>
            </a:extLst>
          </p:cNvPr>
          <p:cNvSpPr txBox="1"/>
          <p:nvPr/>
        </p:nvSpPr>
        <p:spPr>
          <a:xfrm>
            <a:off x="2732358" y="3432995"/>
            <a:ext cx="3454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从中位数是为了避免极端片段出现，由表格可以看出向哪侧开始插并无明显区别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5A2906-39A4-1419-8302-38982807C8E8}"/>
              </a:ext>
            </a:extLst>
          </p:cNvPr>
          <p:cNvSpPr txBox="1"/>
          <p:nvPr/>
        </p:nvSpPr>
        <p:spPr>
          <a:xfrm>
            <a:off x="2282413" y="4460172"/>
            <a:ext cx="5185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最终确定：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p10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片段往下， 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p90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片段往上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A242BB0-CF97-483B-7031-B1A4B63AC6DB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18EF47-2524-9B1B-FA40-67B9BFF94F2A}"/>
              </a:ext>
            </a:extLst>
          </p:cNvPr>
          <p:cNvSpPr txBox="1"/>
          <p:nvPr/>
        </p:nvSpPr>
        <p:spPr>
          <a:xfrm>
            <a:off x="496851" y="735715"/>
            <a:ext cx="5185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风电阈值不同方向插入</a:t>
            </a:r>
            <a:r>
              <a:rPr lang="en-US" altLang="zh-CN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Wasserstein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距离对比</a:t>
            </a:r>
          </a:p>
        </p:txBody>
      </p:sp>
    </p:spTree>
    <p:extLst>
      <p:ext uri="{BB962C8B-B14F-4D97-AF65-F5344CB8AC3E}">
        <p14:creationId xmlns:p14="http://schemas.microsoft.com/office/powerpoint/2010/main" val="999633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185">
            <a:extLst>
              <a:ext uri="{FF2B5EF4-FFF2-40B4-BE49-F238E27FC236}">
                <a16:creationId xmlns:a16="http://schemas.microsoft.com/office/drawing/2014/main" id="{DE195925-433F-43CA-9329-60E498045D2C}"/>
              </a:ext>
            </a:extLst>
          </p:cNvPr>
          <p:cNvSpPr>
            <a:spLocks noGrp="1"/>
          </p:cNvSpPr>
          <p:nvPr/>
        </p:nvSpPr>
        <p:spPr>
          <a:xfrm>
            <a:off x="381642" y="103979"/>
            <a:ext cx="7236946" cy="3951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150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dirty="0"/>
              <a:t>海风</a:t>
            </a:r>
            <a:r>
              <a:rPr sz="1600" dirty="0"/>
              <a:t>大资源年1988：9月每日最多一段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F61EDC-14E1-4F47-8E9B-EDE3821CAAFD}"/>
              </a:ext>
            </a:extLst>
          </p:cNvPr>
          <p:cNvSpPr>
            <a:spLocks noGrp="1"/>
          </p:cNvSpPr>
          <p:nvPr/>
        </p:nvSpPr>
        <p:spPr>
          <a:xfrm>
            <a:off x="159820" y="540692"/>
            <a:ext cx="8824361" cy="20796"/>
          </a:xfrm>
          <a:prstGeom prst="rect">
            <a:avLst/>
          </a:prstGeom>
          <a:solidFill>
            <a:srgbClr val="075CA9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8A7E54-C435-4B1A-AC45-A74DA154C20E}"/>
              </a:ext>
            </a:extLst>
          </p:cNvPr>
          <p:cNvSpPr>
            <a:spLocks noGrp="1"/>
          </p:cNvSpPr>
          <p:nvPr/>
        </p:nvSpPr>
        <p:spPr>
          <a:xfrm>
            <a:off x="7639384" y="159435"/>
            <a:ext cx="263414" cy="263414"/>
          </a:xfrm>
          <a:prstGeom prst="rect">
            <a:avLst/>
          </a:prstGeom>
          <a:solidFill>
            <a:srgbClr val="075CA9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04AB4C-3DE5-449C-87BA-021F15A37137}"/>
              </a:ext>
            </a:extLst>
          </p:cNvPr>
          <p:cNvSpPr>
            <a:spLocks noGrp="1"/>
          </p:cNvSpPr>
          <p:nvPr/>
        </p:nvSpPr>
        <p:spPr>
          <a:xfrm>
            <a:off x="7701772" y="214890"/>
            <a:ext cx="173299" cy="48524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01EDDE-F400-4A6B-9EDD-BEBF187E99FF}"/>
              </a:ext>
            </a:extLst>
          </p:cNvPr>
          <p:cNvSpPr>
            <a:spLocks noGrp="1"/>
          </p:cNvSpPr>
          <p:nvPr/>
        </p:nvSpPr>
        <p:spPr>
          <a:xfrm>
            <a:off x="7701772" y="298074"/>
            <a:ext cx="124775" cy="48524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3BB582-CCDC-41BD-B00A-CB888B1EACBA}"/>
              </a:ext>
            </a:extLst>
          </p:cNvPr>
          <p:cNvSpPr>
            <a:spLocks noGrp="1"/>
          </p:cNvSpPr>
          <p:nvPr/>
        </p:nvSpPr>
        <p:spPr>
          <a:xfrm>
            <a:off x="7944389" y="117843"/>
            <a:ext cx="1081383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427"/>
          </a:bodyPr>
          <a:lstStyle>
            <a:def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电力规划设计总院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FD540E-1EA8-493A-9040-CE4E53AE0CFF}"/>
              </a:ext>
            </a:extLst>
          </p:cNvPr>
          <p:cNvSpPr>
            <a:spLocks noGrp="1"/>
          </p:cNvSpPr>
          <p:nvPr/>
        </p:nvSpPr>
        <p:spPr>
          <a:xfrm>
            <a:off x="7944389" y="311937"/>
            <a:ext cx="1081383" cy="1109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>
            <a:def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600" b="0">
                <a:solidFill>
                  <a:srgbClr val="393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7"/>
              <a:t>China Electric Power Planning &amp; Engineering Institute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80914A-B04B-4B77-A2E8-C612AFB5C8BF}"/>
              </a:ext>
            </a:extLst>
          </p:cNvPr>
          <p:cNvSpPr>
            <a:spLocks noGrp="1"/>
          </p:cNvSpPr>
          <p:nvPr/>
        </p:nvSpPr>
        <p:spPr>
          <a:xfrm>
            <a:off x="319255" y="630806"/>
            <a:ext cx="8491627" cy="263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0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/>
              <a:t>每轮先按月缺口折半定额度；同月候选从中位强度开始，每天最多新增一段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1A1D07-012F-4ED6-ACB2-F4908494B72A}"/>
              </a:ext>
            </a:extLst>
          </p:cNvPr>
          <p:cNvSpPr>
            <a:spLocks noGrp="1"/>
          </p:cNvSpPr>
          <p:nvPr/>
        </p:nvSpPr>
        <p:spPr>
          <a:xfrm>
            <a:off x="360846" y="991268"/>
            <a:ext cx="8429240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92"/>
              <a:t>库阈值：P10 = 3.693 m/s；P90 = 10.679 m/s。原有阈值小时不改，新增片段两侧保留≥3个正常小时。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FCB1EA-B215-440C-B79D-2970A4FDC145}"/>
              </a:ext>
            </a:extLst>
          </p:cNvPr>
          <p:cNvSpPr>
            <a:spLocks noGrp="1"/>
          </p:cNvSpPr>
          <p:nvPr/>
        </p:nvSpPr>
        <p:spPr>
          <a:xfrm>
            <a:off x="353914" y="1282409"/>
            <a:ext cx="4089845" cy="450576"/>
          </a:xfrm>
          <a:prstGeom prst="rect">
            <a:avLst/>
          </a:prstGeom>
          <a:solidFill>
            <a:srgbClr val="F4F8FC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68B27A-4F48-4AAD-8589-33D58BF7103D}"/>
              </a:ext>
            </a:extLst>
          </p:cNvPr>
          <p:cNvSpPr>
            <a:spLocks noGrp="1"/>
          </p:cNvSpPr>
          <p:nvPr/>
        </p:nvSpPr>
        <p:spPr>
          <a:xfrm>
            <a:off x="4561603" y="1282409"/>
            <a:ext cx="4235416" cy="450576"/>
          </a:xfrm>
          <a:prstGeom prst="rect">
            <a:avLst/>
          </a:prstGeom>
          <a:solidFill>
            <a:srgbClr val="FDF6F4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1EF788-134E-4E28-8208-64DBF9A36923}"/>
              </a:ext>
            </a:extLst>
          </p:cNvPr>
          <p:cNvSpPr>
            <a:spLocks noGrp="1"/>
          </p:cNvSpPr>
          <p:nvPr/>
        </p:nvSpPr>
        <p:spPr>
          <a:xfrm>
            <a:off x="437098" y="1317069"/>
            <a:ext cx="3923478" cy="1871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 dirty="0"/>
              <a:t>P10低风：9月目标178h；102h → 142h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6075B6-C2B1-4065-8091-49E72261D741}"/>
              </a:ext>
            </a:extLst>
          </p:cNvPr>
          <p:cNvSpPr>
            <a:spLocks noGrp="1"/>
          </p:cNvSpPr>
          <p:nvPr/>
        </p:nvSpPr>
        <p:spPr>
          <a:xfrm>
            <a:off x="437098" y="1525027"/>
            <a:ext cx="3923478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83" dirty="0"/>
              <a:t>月缺口76h → 额度38h；全年剩50h，5段共40h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E2A2E5-83C5-4DCF-97DA-BA31E7142F72}"/>
              </a:ext>
            </a:extLst>
          </p:cNvPr>
          <p:cNvSpPr>
            <a:spLocks noGrp="1"/>
          </p:cNvSpPr>
          <p:nvPr/>
        </p:nvSpPr>
        <p:spPr>
          <a:xfrm>
            <a:off x="4644786" y="1317069"/>
            <a:ext cx="4062117" cy="1871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1"/>
              <a:t>P90大风：9月目标59h；22h → 42h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0F780A-EFD9-4655-9239-BC1F33180605}"/>
              </a:ext>
            </a:extLst>
          </p:cNvPr>
          <p:cNvSpPr>
            <a:spLocks noGrp="1"/>
          </p:cNvSpPr>
          <p:nvPr/>
        </p:nvSpPr>
        <p:spPr>
          <a:xfrm>
            <a:off x="4644786" y="1525027"/>
            <a:ext cx="4062117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83"/>
              <a:t>月缺口37h → 额度19h；全年剩23h，2段共20h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B1F75B-6340-4AC9-965C-0FA8A3B9550D}"/>
              </a:ext>
            </a:extLst>
          </p:cNvPr>
          <p:cNvSpPr>
            <a:spLocks noGrp="1"/>
          </p:cNvSpPr>
          <p:nvPr/>
        </p:nvSpPr>
        <p:spPr>
          <a:xfrm>
            <a:off x="360847" y="1871624"/>
            <a:ext cx="8387648" cy="2010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6"/>
              <a:t>9月1—7日每天恰好一段（条形位置和长度对应当日24小时；UTC）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6BBEED-B41E-4936-BE53-DF77626B7C2C}"/>
              </a:ext>
            </a:extLst>
          </p:cNvPr>
          <p:cNvSpPr>
            <a:spLocks noGrp="1"/>
          </p:cNvSpPr>
          <p:nvPr/>
        </p:nvSpPr>
        <p:spPr>
          <a:xfrm>
            <a:off x="367778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9月1日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783DEA-D95E-4C8A-81C9-FC10033C6B23}"/>
              </a:ext>
            </a:extLst>
          </p:cNvPr>
          <p:cNvSpPr>
            <a:spLocks noGrp="1"/>
          </p:cNvSpPr>
          <p:nvPr/>
        </p:nvSpPr>
        <p:spPr>
          <a:xfrm>
            <a:off x="437098" y="2363792"/>
            <a:ext cx="1060587" cy="339665"/>
          </a:xfrm>
          <a:prstGeom prst="rect">
            <a:avLst/>
          </a:prstGeom>
          <a:solidFill>
            <a:srgbClr val="EDF2F7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9D2D610-89F7-4AEA-AF52-401147D9DF64}"/>
              </a:ext>
            </a:extLst>
          </p:cNvPr>
          <p:cNvSpPr>
            <a:spLocks noGrp="1"/>
          </p:cNvSpPr>
          <p:nvPr/>
        </p:nvSpPr>
        <p:spPr>
          <a:xfrm>
            <a:off x="437098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1B0C70-CE4B-447F-9973-758F7903D83A}"/>
              </a:ext>
            </a:extLst>
          </p:cNvPr>
          <p:cNvSpPr>
            <a:spLocks noGrp="1"/>
          </p:cNvSpPr>
          <p:nvPr/>
        </p:nvSpPr>
        <p:spPr>
          <a:xfrm>
            <a:off x="967392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3E1C6-E921-4C92-A01E-8FF8770A1674}"/>
              </a:ext>
            </a:extLst>
          </p:cNvPr>
          <p:cNvSpPr>
            <a:spLocks noGrp="1"/>
          </p:cNvSpPr>
          <p:nvPr/>
        </p:nvSpPr>
        <p:spPr>
          <a:xfrm>
            <a:off x="1497685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69E366-DD2D-423C-8EFE-A96244C65636}"/>
              </a:ext>
            </a:extLst>
          </p:cNvPr>
          <p:cNvSpPr>
            <a:spLocks noGrp="1"/>
          </p:cNvSpPr>
          <p:nvPr/>
        </p:nvSpPr>
        <p:spPr>
          <a:xfrm>
            <a:off x="437098" y="2426180"/>
            <a:ext cx="397720" cy="214890"/>
          </a:xfrm>
          <a:prstGeom prst="rect">
            <a:avLst/>
          </a:prstGeom>
          <a:solidFill>
            <a:srgbClr val="176BB5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2A6467-4D05-41F6-B511-31E7E23AAFC5}"/>
              </a:ext>
            </a:extLst>
          </p:cNvPr>
          <p:cNvSpPr>
            <a:spLocks noGrp="1"/>
          </p:cNvSpPr>
          <p:nvPr/>
        </p:nvSpPr>
        <p:spPr>
          <a:xfrm>
            <a:off x="444030" y="2446975"/>
            <a:ext cx="383856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P10 9h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6A68A0-3E78-49A6-A0D5-1152A361250A}"/>
              </a:ext>
            </a:extLst>
          </p:cNvPr>
          <p:cNvSpPr>
            <a:spLocks noGrp="1"/>
          </p:cNvSpPr>
          <p:nvPr/>
        </p:nvSpPr>
        <p:spPr>
          <a:xfrm>
            <a:off x="402438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526CCF-8799-48AD-A72F-550CEFC6FC56}"/>
              </a:ext>
            </a:extLst>
          </p:cNvPr>
          <p:cNvSpPr>
            <a:spLocks noGrp="1"/>
          </p:cNvSpPr>
          <p:nvPr/>
        </p:nvSpPr>
        <p:spPr>
          <a:xfrm>
            <a:off x="887674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F897D0-942E-4A0F-9EF4-965560D2B08C}"/>
              </a:ext>
            </a:extLst>
          </p:cNvPr>
          <p:cNvSpPr>
            <a:spLocks noGrp="1"/>
          </p:cNvSpPr>
          <p:nvPr/>
        </p:nvSpPr>
        <p:spPr>
          <a:xfrm>
            <a:off x="1352114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A150E5-E2A1-4AEF-9624-4C1B2A8D3CD0}"/>
              </a:ext>
            </a:extLst>
          </p:cNvPr>
          <p:cNvSpPr>
            <a:spLocks noGrp="1"/>
          </p:cNvSpPr>
          <p:nvPr/>
        </p:nvSpPr>
        <p:spPr>
          <a:xfrm>
            <a:off x="1570471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9月2日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A48A5D-083B-46CB-ABDD-6223035915EA}"/>
              </a:ext>
            </a:extLst>
          </p:cNvPr>
          <p:cNvSpPr>
            <a:spLocks noGrp="1"/>
          </p:cNvSpPr>
          <p:nvPr/>
        </p:nvSpPr>
        <p:spPr>
          <a:xfrm>
            <a:off x="1639790" y="2363792"/>
            <a:ext cx="1060587" cy="339665"/>
          </a:xfrm>
          <a:prstGeom prst="rect">
            <a:avLst/>
          </a:prstGeom>
          <a:solidFill>
            <a:srgbClr val="F5F7FA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1EA0B8-9B22-4F38-8646-0767E5C8FFA0}"/>
              </a:ext>
            </a:extLst>
          </p:cNvPr>
          <p:cNvSpPr>
            <a:spLocks noGrp="1"/>
          </p:cNvSpPr>
          <p:nvPr/>
        </p:nvSpPr>
        <p:spPr>
          <a:xfrm>
            <a:off x="1639790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462BDE-34D8-4E97-B66D-85A3FCEBEA0A}"/>
              </a:ext>
            </a:extLst>
          </p:cNvPr>
          <p:cNvSpPr>
            <a:spLocks noGrp="1"/>
          </p:cNvSpPr>
          <p:nvPr/>
        </p:nvSpPr>
        <p:spPr>
          <a:xfrm>
            <a:off x="2170083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4DF569-85F7-4382-BCDD-7A51B9442C17}"/>
              </a:ext>
            </a:extLst>
          </p:cNvPr>
          <p:cNvSpPr>
            <a:spLocks noGrp="1"/>
          </p:cNvSpPr>
          <p:nvPr/>
        </p:nvSpPr>
        <p:spPr>
          <a:xfrm>
            <a:off x="2700377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029C3C-9FF8-4828-8196-31931CE3F1DC}"/>
              </a:ext>
            </a:extLst>
          </p:cNvPr>
          <p:cNvSpPr>
            <a:spLocks noGrp="1"/>
          </p:cNvSpPr>
          <p:nvPr/>
        </p:nvSpPr>
        <p:spPr>
          <a:xfrm>
            <a:off x="1639790" y="2426180"/>
            <a:ext cx="441911" cy="214890"/>
          </a:xfrm>
          <a:prstGeom prst="rect">
            <a:avLst/>
          </a:prstGeom>
          <a:solidFill>
            <a:srgbClr val="176BB5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2101F3B-8C54-4209-9167-5AA7252861D3}"/>
              </a:ext>
            </a:extLst>
          </p:cNvPr>
          <p:cNvSpPr>
            <a:spLocks noGrp="1"/>
          </p:cNvSpPr>
          <p:nvPr/>
        </p:nvSpPr>
        <p:spPr>
          <a:xfrm>
            <a:off x="1646722" y="2446975"/>
            <a:ext cx="428048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P10 10h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5D654A-E5F4-4800-B7DE-9EF9FD77F441}"/>
              </a:ext>
            </a:extLst>
          </p:cNvPr>
          <p:cNvSpPr>
            <a:spLocks noGrp="1"/>
          </p:cNvSpPr>
          <p:nvPr/>
        </p:nvSpPr>
        <p:spPr>
          <a:xfrm>
            <a:off x="1605130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350B35-7144-4414-946C-F9DB7C8A48B6}"/>
              </a:ext>
            </a:extLst>
          </p:cNvPr>
          <p:cNvSpPr>
            <a:spLocks noGrp="1"/>
          </p:cNvSpPr>
          <p:nvPr/>
        </p:nvSpPr>
        <p:spPr>
          <a:xfrm>
            <a:off x="2090366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EC049DC-A286-407D-AF72-9B30F3E8D84D}"/>
              </a:ext>
            </a:extLst>
          </p:cNvPr>
          <p:cNvSpPr>
            <a:spLocks noGrp="1"/>
          </p:cNvSpPr>
          <p:nvPr/>
        </p:nvSpPr>
        <p:spPr>
          <a:xfrm>
            <a:off x="2554806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5699B6E-3676-46E8-B243-CF5EF66A2355}"/>
              </a:ext>
            </a:extLst>
          </p:cNvPr>
          <p:cNvSpPr>
            <a:spLocks noGrp="1"/>
          </p:cNvSpPr>
          <p:nvPr/>
        </p:nvSpPr>
        <p:spPr>
          <a:xfrm>
            <a:off x="2773162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9月3日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63D2DFF-967A-4CF4-AD88-04C91AD77DBB}"/>
              </a:ext>
            </a:extLst>
          </p:cNvPr>
          <p:cNvSpPr>
            <a:spLocks noGrp="1"/>
          </p:cNvSpPr>
          <p:nvPr/>
        </p:nvSpPr>
        <p:spPr>
          <a:xfrm>
            <a:off x="2842481" y="2363792"/>
            <a:ext cx="1060587" cy="339665"/>
          </a:xfrm>
          <a:prstGeom prst="rect">
            <a:avLst/>
          </a:prstGeom>
          <a:solidFill>
            <a:srgbClr val="EDF2F7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E85D3F5-2CB8-4387-84DC-80D47FF81C0A}"/>
              </a:ext>
            </a:extLst>
          </p:cNvPr>
          <p:cNvSpPr>
            <a:spLocks noGrp="1"/>
          </p:cNvSpPr>
          <p:nvPr/>
        </p:nvSpPr>
        <p:spPr>
          <a:xfrm>
            <a:off x="2842481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83096DE-6873-490F-AEA1-5BBA4AAC30F7}"/>
              </a:ext>
            </a:extLst>
          </p:cNvPr>
          <p:cNvSpPr>
            <a:spLocks noGrp="1"/>
          </p:cNvSpPr>
          <p:nvPr/>
        </p:nvSpPr>
        <p:spPr>
          <a:xfrm>
            <a:off x="3372775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66AC431-CAE9-494C-AE7E-12D7AF899BCF}"/>
              </a:ext>
            </a:extLst>
          </p:cNvPr>
          <p:cNvSpPr>
            <a:spLocks noGrp="1"/>
          </p:cNvSpPr>
          <p:nvPr/>
        </p:nvSpPr>
        <p:spPr>
          <a:xfrm>
            <a:off x="3903068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60050E7-456E-427F-A031-DA888EB9516B}"/>
              </a:ext>
            </a:extLst>
          </p:cNvPr>
          <p:cNvSpPr>
            <a:spLocks noGrp="1"/>
          </p:cNvSpPr>
          <p:nvPr/>
        </p:nvSpPr>
        <p:spPr>
          <a:xfrm>
            <a:off x="2886673" y="2426180"/>
            <a:ext cx="309338" cy="214890"/>
          </a:xfrm>
          <a:prstGeom prst="rect">
            <a:avLst/>
          </a:prstGeom>
          <a:solidFill>
            <a:srgbClr val="176BB5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486AD2D-31AD-415B-8641-0416ECF95B5C}"/>
              </a:ext>
            </a:extLst>
          </p:cNvPr>
          <p:cNvSpPr>
            <a:spLocks noGrp="1"/>
          </p:cNvSpPr>
          <p:nvPr/>
        </p:nvSpPr>
        <p:spPr>
          <a:xfrm>
            <a:off x="2893605" y="2446975"/>
            <a:ext cx="295474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142"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P10 7h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E3939D-72AD-48B9-BC44-A351A56D4267}"/>
              </a:ext>
            </a:extLst>
          </p:cNvPr>
          <p:cNvSpPr>
            <a:spLocks noGrp="1"/>
          </p:cNvSpPr>
          <p:nvPr/>
        </p:nvSpPr>
        <p:spPr>
          <a:xfrm>
            <a:off x="2807822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042C3C5-D0C0-463B-8EF8-E6261AFB74EE}"/>
              </a:ext>
            </a:extLst>
          </p:cNvPr>
          <p:cNvSpPr>
            <a:spLocks noGrp="1"/>
          </p:cNvSpPr>
          <p:nvPr/>
        </p:nvSpPr>
        <p:spPr>
          <a:xfrm>
            <a:off x="3293058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0B37BB7-74B9-467E-85F3-50B256E68505}"/>
              </a:ext>
            </a:extLst>
          </p:cNvPr>
          <p:cNvSpPr>
            <a:spLocks noGrp="1"/>
          </p:cNvSpPr>
          <p:nvPr/>
        </p:nvSpPr>
        <p:spPr>
          <a:xfrm>
            <a:off x="3757498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A5E2F05-0A1D-462B-89D5-DF533F3FBDCE}"/>
              </a:ext>
            </a:extLst>
          </p:cNvPr>
          <p:cNvSpPr>
            <a:spLocks noGrp="1"/>
          </p:cNvSpPr>
          <p:nvPr/>
        </p:nvSpPr>
        <p:spPr>
          <a:xfrm>
            <a:off x="3975854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9月4日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C0E0C0F-C0CF-4547-B412-02AB626A8E95}"/>
              </a:ext>
            </a:extLst>
          </p:cNvPr>
          <p:cNvSpPr>
            <a:spLocks noGrp="1"/>
          </p:cNvSpPr>
          <p:nvPr/>
        </p:nvSpPr>
        <p:spPr>
          <a:xfrm>
            <a:off x="4045174" y="2363792"/>
            <a:ext cx="1060587" cy="339665"/>
          </a:xfrm>
          <a:prstGeom prst="rect">
            <a:avLst/>
          </a:prstGeom>
          <a:solidFill>
            <a:srgbClr val="F5F7FA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02EBAFF-5EAA-41F5-8FA0-CB5C7F8EE3E0}"/>
              </a:ext>
            </a:extLst>
          </p:cNvPr>
          <p:cNvSpPr>
            <a:spLocks noGrp="1"/>
          </p:cNvSpPr>
          <p:nvPr/>
        </p:nvSpPr>
        <p:spPr>
          <a:xfrm>
            <a:off x="4045174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7F2940-B6C4-4A34-A19C-B3EDF234B940}"/>
              </a:ext>
            </a:extLst>
          </p:cNvPr>
          <p:cNvSpPr>
            <a:spLocks noGrp="1"/>
          </p:cNvSpPr>
          <p:nvPr/>
        </p:nvSpPr>
        <p:spPr>
          <a:xfrm>
            <a:off x="4575467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1FC90B-B913-474A-B8AA-E2869FB48321}"/>
              </a:ext>
            </a:extLst>
          </p:cNvPr>
          <p:cNvSpPr>
            <a:spLocks noGrp="1"/>
          </p:cNvSpPr>
          <p:nvPr/>
        </p:nvSpPr>
        <p:spPr>
          <a:xfrm>
            <a:off x="5105760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B96E902-CC7D-41DC-A038-3C2FFF6E2DAF}"/>
              </a:ext>
            </a:extLst>
          </p:cNvPr>
          <p:cNvSpPr>
            <a:spLocks noGrp="1"/>
          </p:cNvSpPr>
          <p:nvPr/>
        </p:nvSpPr>
        <p:spPr>
          <a:xfrm>
            <a:off x="4045174" y="2426180"/>
            <a:ext cx="220955" cy="214890"/>
          </a:xfrm>
          <a:prstGeom prst="rect">
            <a:avLst/>
          </a:prstGeom>
          <a:solidFill>
            <a:srgbClr val="176BB5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4229F6-E27A-4B02-A079-C5A8B6B3202C}"/>
              </a:ext>
            </a:extLst>
          </p:cNvPr>
          <p:cNvSpPr>
            <a:spLocks noGrp="1"/>
          </p:cNvSpPr>
          <p:nvPr/>
        </p:nvSpPr>
        <p:spPr>
          <a:xfrm>
            <a:off x="4052106" y="2446975"/>
            <a:ext cx="207091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628" lnSpcReduction="10000"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P10 5h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5E6F069-BCE3-49ED-B3EA-7D22F0AD8D18}"/>
              </a:ext>
            </a:extLst>
          </p:cNvPr>
          <p:cNvSpPr>
            <a:spLocks noGrp="1"/>
          </p:cNvSpPr>
          <p:nvPr/>
        </p:nvSpPr>
        <p:spPr>
          <a:xfrm>
            <a:off x="4010514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CBAEBCB-C557-4F0D-8393-C3A4FB881296}"/>
              </a:ext>
            </a:extLst>
          </p:cNvPr>
          <p:cNvSpPr>
            <a:spLocks noGrp="1"/>
          </p:cNvSpPr>
          <p:nvPr/>
        </p:nvSpPr>
        <p:spPr>
          <a:xfrm>
            <a:off x="4495750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3937F9-742A-4B9C-A336-DFE8FD9E2724}"/>
              </a:ext>
            </a:extLst>
          </p:cNvPr>
          <p:cNvSpPr>
            <a:spLocks noGrp="1"/>
          </p:cNvSpPr>
          <p:nvPr/>
        </p:nvSpPr>
        <p:spPr>
          <a:xfrm>
            <a:off x="4960190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20A6631-A4E8-480F-B79B-48E3448E6BB9}"/>
              </a:ext>
            </a:extLst>
          </p:cNvPr>
          <p:cNvSpPr>
            <a:spLocks noGrp="1"/>
          </p:cNvSpPr>
          <p:nvPr/>
        </p:nvSpPr>
        <p:spPr>
          <a:xfrm>
            <a:off x="5178545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9月5日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37A76F6-76E0-40CB-9CFF-84279AE8E6CC}"/>
              </a:ext>
            </a:extLst>
          </p:cNvPr>
          <p:cNvSpPr>
            <a:spLocks noGrp="1"/>
          </p:cNvSpPr>
          <p:nvPr/>
        </p:nvSpPr>
        <p:spPr>
          <a:xfrm>
            <a:off x="5247865" y="2363792"/>
            <a:ext cx="1060587" cy="339665"/>
          </a:xfrm>
          <a:prstGeom prst="rect">
            <a:avLst/>
          </a:prstGeom>
          <a:solidFill>
            <a:srgbClr val="EDF2F7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D071ACF-3B06-433C-A517-5CCC985E0581}"/>
              </a:ext>
            </a:extLst>
          </p:cNvPr>
          <p:cNvSpPr>
            <a:spLocks noGrp="1"/>
          </p:cNvSpPr>
          <p:nvPr/>
        </p:nvSpPr>
        <p:spPr>
          <a:xfrm>
            <a:off x="5247865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3918CFE-E960-4F82-A96A-ECFFEA7ADA3C}"/>
              </a:ext>
            </a:extLst>
          </p:cNvPr>
          <p:cNvSpPr>
            <a:spLocks noGrp="1"/>
          </p:cNvSpPr>
          <p:nvPr/>
        </p:nvSpPr>
        <p:spPr>
          <a:xfrm>
            <a:off x="5778159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B166CD3-5814-489B-8372-49E0317BC2BC}"/>
              </a:ext>
            </a:extLst>
          </p:cNvPr>
          <p:cNvSpPr>
            <a:spLocks noGrp="1"/>
          </p:cNvSpPr>
          <p:nvPr/>
        </p:nvSpPr>
        <p:spPr>
          <a:xfrm>
            <a:off x="6308452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B133E5E-D6B8-43BA-8287-0C2408C63BEB}"/>
              </a:ext>
            </a:extLst>
          </p:cNvPr>
          <p:cNvSpPr>
            <a:spLocks noGrp="1"/>
          </p:cNvSpPr>
          <p:nvPr/>
        </p:nvSpPr>
        <p:spPr>
          <a:xfrm>
            <a:off x="5247865" y="2426180"/>
            <a:ext cx="397720" cy="214890"/>
          </a:xfrm>
          <a:prstGeom prst="rect">
            <a:avLst/>
          </a:prstGeom>
          <a:solidFill>
            <a:srgbClr val="176BB5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EB121A3-A261-44A7-88B5-D4B867C03E2A}"/>
              </a:ext>
            </a:extLst>
          </p:cNvPr>
          <p:cNvSpPr>
            <a:spLocks noGrp="1"/>
          </p:cNvSpPr>
          <p:nvPr/>
        </p:nvSpPr>
        <p:spPr>
          <a:xfrm>
            <a:off x="5254797" y="2446975"/>
            <a:ext cx="383856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P10 9h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D5DBDC5-7799-4A4B-B266-F4D5D88E653B}"/>
              </a:ext>
            </a:extLst>
          </p:cNvPr>
          <p:cNvSpPr>
            <a:spLocks noGrp="1"/>
          </p:cNvSpPr>
          <p:nvPr/>
        </p:nvSpPr>
        <p:spPr>
          <a:xfrm>
            <a:off x="5213205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2EBB1EB-C7B0-4CAF-9ACB-05E28BCB2AA8}"/>
              </a:ext>
            </a:extLst>
          </p:cNvPr>
          <p:cNvSpPr>
            <a:spLocks noGrp="1"/>
          </p:cNvSpPr>
          <p:nvPr/>
        </p:nvSpPr>
        <p:spPr>
          <a:xfrm>
            <a:off x="5698441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495E5A74-40D9-4BA8-A39B-CEE2F904DBCD}"/>
              </a:ext>
            </a:extLst>
          </p:cNvPr>
          <p:cNvSpPr>
            <a:spLocks noGrp="1"/>
          </p:cNvSpPr>
          <p:nvPr/>
        </p:nvSpPr>
        <p:spPr>
          <a:xfrm>
            <a:off x="6162881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641095D-92DE-4F3C-BE00-313003EF416F}"/>
              </a:ext>
            </a:extLst>
          </p:cNvPr>
          <p:cNvSpPr>
            <a:spLocks noGrp="1"/>
          </p:cNvSpPr>
          <p:nvPr/>
        </p:nvSpPr>
        <p:spPr>
          <a:xfrm>
            <a:off x="6381237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9月6日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160684A-B0FD-4FAF-80F8-46BE2875BEC5}"/>
              </a:ext>
            </a:extLst>
          </p:cNvPr>
          <p:cNvSpPr>
            <a:spLocks noGrp="1"/>
          </p:cNvSpPr>
          <p:nvPr/>
        </p:nvSpPr>
        <p:spPr>
          <a:xfrm>
            <a:off x="6450557" y="2363792"/>
            <a:ext cx="1060587" cy="339665"/>
          </a:xfrm>
          <a:prstGeom prst="rect">
            <a:avLst/>
          </a:prstGeom>
          <a:solidFill>
            <a:srgbClr val="F5F7FA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B725697-40DF-4DB1-A5D1-1B1967F8ED88}"/>
              </a:ext>
            </a:extLst>
          </p:cNvPr>
          <p:cNvSpPr>
            <a:spLocks noGrp="1"/>
          </p:cNvSpPr>
          <p:nvPr/>
        </p:nvSpPr>
        <p:spPr>
          <a:xfrm>
            <a:off x="6450557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E025B9A-53A8-4E82-A3E4-4087FFDD4888}"/>
              </a:ext>
            </a:extLst>
          </p:cNvPr>
          <p:cNvSpPr>
            <a:spLocks noGrp="1"/>
          </p:cNvSpPr>
          <p:nvPr/>
        </p:nvSpPr>
        <p:spPr>
          <a:xfrm>
            <a:off x="6980850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BB41B0A-ADC6-45B5-80F1-5AD01AF07799}"/>
              </a:ext>
            </a:extLst>
          </p:cNvPr>
          <p:cNvSpPr>
            <a:spLocks noGrp="1"/>
          </p:cNvSpPr>
          <p:nvPr/>
        </p:nvSpPr>
        <p:spPr>
          <a:xfrm>
            <a:off x="7511144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5FFE5DAA-7D7F-4227-926D-228047C6FB70}"/>
              </a:ext>
            </a:extLst>
          </p:cNvPr>
          <p:cNvSpPr>
            <a:spLocks noGrp="1"/>
          </p:cNvSpPr>
          <p:nvPr/>
        </p:nvSpPr>
        <p:spPr>
          <a:xfrm>
            <a:off x="6450557" y="2426180"/>
            <a:ext cx="486103" cy="214890"/>
          </a:xfrm>
          <a:prstGeom prst="rect">
            <a:avLst/>
          </a:prstGeom>
          <a:solidFill>
            <a:srgbClr val="C84837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0B80ACB-F4F5-458D-B297-ADF6D7BC02B0}"/>
              </a:ext>
            </a:extLst>
          </p:cNvPr>
          <p:cNvSpPr>
            <a:spLocks noGrp="1"/>
          </p:cNvSpPr>
          <p:nvPr/>
        </p:nvSpPr>
        <p:spPr>
          <a:xfrm>
            <a:off x="6457489" y="2446975"/>
            <a:ext cx="472239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P90 11h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16E2BBD-47E7-4670-9414-64A65BD6F7F1}"/>
              </a:ext>
            </a:extLst>
          </p:cNvPr>
          <p:cNvSpPr>
            <a:spLocks noGrp="1"/>
          </p:cNvSpPr>
          <p:nvPr/>
        </p:nvSpPr>
        <p:spPr>
          <a:xfrm>
            <a:off x="6415897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5FD78F2-50BA-4BBF-A67A-F186EBCB0F6D}"/>
              </a:ext>
            </a:extLst>
          </p:cNvPr>
          <p:cNvSpPr>
            <a:spLocks noGrp="1"/>
          </p:cNvSpPr>
          <p:nvPr/>
        </p:nvSpPr>
        <p:spPr>
          <a:xfrm>
            <a:off x="6901133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C766CC6-1FA0-41DC-9212-5499A9577248}"/>
              </a:ext>
            </a:extLst>
          </p:cNvPr>
          <p:cNvSpPr>
            <a:spLocks noGrp="1"/>
          </p:cNvSpPr>
          <p:nvPr/>
        </p:nvSpPr>
        <p:spPr>
          <a:xfrm>
            <a:off x="7365573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6699C69-B1E9-4AA2-A4E1-1C27458053D1}"/>
              </a:ext>
            </a:extLst>
          </p:cNvPr>
          <p:cNvSpPr>
            <a:spLocks noGrp="1"/>
          </p:cNvSpPr>
          <p:nvPr/>
        </p:nvSpPr>
        <p:spPr>
          <a:xfrm>
            <a:off x="7583929" y="2121174"/>
            <a:ext cx="1188828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1E45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9月7日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0A20D4B-E7F3-48E2-9656-20957D4BB6AA}"/>
              </a:ext>
            </a:extLst>
          </p:cNvPr>
          <p:cNvSpPr>
            <a:spLocks noGrp="1"/>
          </p:cNvSpPr>
          <p:nvPr/>
        </p:nvSpPr>
        <p:spPr>
          <a:xfrm>
            <a:off x="7653248" y="2363792"/>
            <a:ext cx="1060587" cy="339665"/>
          </a:xfrm>
          <a:prstGeom prst="rect">
            <a:avLst/>
          </a:prstGeom>
          <a:solidFill>
            <a:srgbClr val="EDF2F7"/>
          </a:solidFill>
          <a:ln w="7620">
            <a:solidFill>
              <a:srgbClr val="AEB8C5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CD19A31-BC2B-4612-8F3B-A39C9C25AA0A}"/>
              </a:ext>
            </a:extLst>
          </p:cNvPr>
          <p:cNvSpPr>
            <a:spLocks noGrp="1"/>
          </p:cNvSpPr>
          <p:nvPr/>
        </p:nvSpPr>
        <p:spPr>
          <a:xfrm>
            <a:off x="7653248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36B8ED2-3579-4589-BD52-0520856DDAED}"/>
              </a:ext>
            </a:extLst>
          </p:cNvPr>
          <p:cNvSpPr>
            <a:spLocks noGrp="1"/>
          </p:cNvSpPr>
          <p:nvPr/>
        </p:nvSpPr>
        <p:spPr>
          <a:xfrm>
            <a:off x="8183542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A95A278D-45BF-4531-B001-5BEE8266C18D}"/>
              </a:ext>
            </a:extLst>
          </p:cNvPr>
          <p:cNvSpPr>
            <a:spLocks noGrp="1"/>
          </p:cNvSpPr>
          <p:nvPr/>
        </p:nvSpPr>
        <p:spPr>
          <a:xfrm>
            <a:off x="8713835" y="2363792"/>
            <a:ext cx="6932" cy="339665"/>
          </a:xfrm>
          <a:prstGeom prst="rect">
            <a:avLst/>
          </a:prstGeom>
          <a:solidFill>
            <a:srgbClr val="BCC6D2"/>
          </a:solidFill>
          <a:ln w="0">
            <a:solidFill>
              <a:srgbClr val="BCC6D2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DCEE5EA-E778-422B-B491-BD79FA36F388}"/>
              </a:ext>
            </a:extLst>
          </p:cNvPr>
          <p:cNvSpPr>
            <a:spLocks noGrp="1"/>
          </p:cNvSpPr>
          <p:nvPr/>
        </p:nvSpPr>
        <p:spPr>
          <a:xfrm>
            <a:off x="7653248" y="2426180"/>
            <a:ext cx="397720" cy="214890"/>
          </a:xfrm>
          <a:prstGeom prst="rect">
            <a:avLst/>
          </a:prstGeom>
          <a:solidFill>
            <a:srgbClr val="C84837"/>
          </a:solidFill>
          <a:ln w="6668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BC68819-7A94-4BE6-9A73-08488ADA75F3}"/>
              </a:ext>
            </a:extLst>
          </p:cNvPr>
          <p:cNvSpPr>
            <a:spLocks noGrp="1"/>
          </p:cNvSpPr>
          <p:nvPr/>
        </p:nvSpPr>
        <p:spPr>
          <a:xfrm>
            <a:off x="7660180" y="2446975"/>
            <a:ext cx="383856" cy="17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P90 9h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F1C8E8A-1DCC-4218-9B4A-E1A7EA10791F}"/>
              </a:ext>
            </a:extLst>
          </p:cNvPr>
          <p:cNvSpPr>
            <a:spLocks noGrp="1"/>
          </p:cNvSpPr>
          <p:nvPr/>
        </p:nvSpPr>
        <p:spPr>
          <a:xfrm>
            <a:off x="7618589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00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84F3692-FBE0-421D-8FBF-5C56C0615AB8}"/>
              </a:ext>
            </a:extLst>
          </p:cNvPr>
          <p:cNvSpPr>
            <a:spLocks noGrp="1"/>
          </p:cNvSpPr>
          <p:nvPr/>
        </p:nvSpPr>
        <p:spPr>
          <a:xfrm>
            <a:off x="8103824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12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CBE5312-72A7-465B-89AD-731AE8D32D64}"/>
              </a:ext>
            </a:extLst>
          </p:cNvPr>
          <p:cNvSpPr>
            <a:spLocks noGrp="1"/>
          </p:cNvSpPr>
          <p:nvPr/>
        </p:nvSpPr>
        <p:spPr>
          <a:xfrm>
            <a:off x="8568265" y="2724253"/>
            <a:ext cx="242618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975" b="1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0"/>
              <a:t>24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00CCB38-9E6E-45D2-A96B-7096FAFEC079}"/>
              </a:ext>
            </a:extLst>
          </p:cNvPr>
          <p:cNvSpPr>
            <a:spLocks noGrp="1"/>
          </p:cNvSpPr>
          <p:nvPr/>
        </p:nvSpPr>
        <p:spPr>
          <a:xfrm>
            <a:off x="367778" y="2918347"/>
            <a:ext cx="8443104" cy="194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7"/>
              <a:t>七段按顺序占用七个不同日历日；跨午夜片段也将占用其触及的全部日期。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F7DA962-A824-4F21-8922-6F5CF0169A54}"/>
              </a:ext>
            </a:extLst>
          </p:cNvPr>
          <p:cNvSpPr>
            <a:spLocks noGrp="1"/>
          </p:cNvSpPr>
          <p:nvPr/>
        </p:nvSpPr>
        <p:spPr>
          <a:xfrm>
            <a:off x="374710" y="3271876"/>
            <a:ext cx="540691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1928524-00E0-416E-9625-AD4CECB7AD98}"/>
              </a:ext>
            </a:extLst>
          </p:cNvPr>
          <p:cNvSpPr>
            <a:spLocks noGrp="1"/>
          </p:cNvSpPr>
          <p:nvPr/>
        </p:nvSpPr>
        <p:spPr>
          <a:xfrm>
            <a:off x="409370" y="3285740"/>
            <a:ext cx="471372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序号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0568C56-4290-4778-9E38-23789B2E3BB8}"/>
              </a:ext>
            </a:extLst>
          </p:cNvPr>
          <p:cNvSpPr>
            <a:spLocks noGrp="1"/>
          </p:cNvSpPr>
          <p:nvPr/>
        </p:nvSpPr>
        <p:spPr>
          <a:xfrm>
            <a:off x="915402" y="3271876"/>
            <a:ext cx="1067519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B2F0BBB-A18E-4405-8DF5-9F889C04C287}"/>
              </a:ext>
            </a:extLst>
          </p:cNvPr>
          <p:cNvSpPr>
            <a:spLocks noGrp="1"/>
          </p:cNvSpPr>
          <p:nvPr/>
        </p:nvSpPr>
        <p:spPr>
          <a:xfrm>
            <a:off x="950062" y="3285740"/>
            <a:ext cx="998199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尾部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B3E4E27-1E9D-403E-8D19-89A6B9A0DE90}"/>
              </a:ext>
            </a:extLst>
          </p:cNvPr>
          <p:cNvSpPr>
            <a:spLocks noGrp="1"/>
          </p:cNvSpPr>
          <p:nvPr/>
        </p:nvSpPr>
        <p:spPr>
          <a:xfrm>
            <a:off x="1982921" y="3271876"/>
            <a:ext cx="1947875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04D2B0A-D786-49D6-8ECB-5FA3324D2A89}"/>
              </a:ext>
            </a:extLst>
          </p:cNvPr>
          <p:cNvSpPr>
            <a:spLocks noGrp="1"/>
          </p:cNvSpPr>
          <p:nvPr/>
        </p:nvSpPr>
        <p:spPr>
          <a:xfrm>
            <a:off x="2017581" y="3285740"/>
            <a:ext cx="1878556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历史来源起点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1D231ABC-EEEF-4391-B82D-1FBF1395A144}"/>
              </a:ext>
            </a:extLst>
          </p:cNvPr>
          <p:cNvSpPr>
            <a:spLocks noGrp="1"/>
          </p:cNvSpPr>
          <p:nvPr/>
        </p:nvSpPr>
        <p:spPr>
          <a:xfrm>
            <a:off x="3930796" y="3271876"/>
            <a:ext cx="1850828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C630DBD-6DA1-4767-9622-C06D9C9CDE6F}"/>
              </a:ext>
            </a:extLst>
          </p:cNvPr>
          <p:cNvSpPr>
            <a:spLocks noGrp="1"/>
          </p:cNvSpPr>
          <p:nvPr/>
        </p:nvSpPr>
        <p:spPr>
          <a:xfrm>
            <a:off x="3965456" y="3285740"/>
            <a:ext cx="1781509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代表年目标时段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97D807F-3A76-4C1B-9A04-08509AD1D93C}"/>
              </a:ext>
            </a:extLst>
          </p:cNvPr>
          <p:cNvSpPr>
            <a:spLocks noGrp="1"/>
          </p:cNvSpPr>
          <p:nvPr/>
        </p:nvSpPr>
        <p:spPr>
          <a:xfrm>
            <a:off x="5781624" y="3271876"/>
            <a:ext cx="1358660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D07E854-563B-4D92-B906-41B42B7464E8}"/>
              </a:ext>
            </a:extLst>
          </p:cNvPr>
          <p:cNvSpPr>
            <a:spLocks noGrp="1"/>
          </p:cNvSpPr>
          <p:nvPr/>
        </p:nvSpPr>
        <p:spPr>
          <a:xfrm>
            <a:off x="5816284" y="3285740"/>
            <a:ext cx="1289341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时长／片段均速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0F80B61-EA89-4B3D-87E6-B3383B8D3431}"/>
              </a:ext>
            </a:extLst>
          </p:cNvPr>
          <p:cNvSpPr>
            <a:spLocks noGrp="1"/>
          </p:cNvSpPr>
          <p:nvPr/>
        </p:nvSpPr>
        <p:spPr>
          <a:xfrm>
            <a:off x="7140285" y="3271876"/>
            <a:ext cx="1712189" cy="263414"/>
          </a:xfrm>
          <a:prstGeom prst="rect">
            <a:avLst/>
          </a:prstGeom>
          <a:solidFill>
            <a:srgbClr val="075CA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208154F-8A21-4471-9928-D88DFF753176}"/>
              </a:ext>
            </a:extLst>
          </p:cNvPr>
          <p:cNvSpPr>
            <a:spLocks noGrp="1"/>
          </p:cNvSpPr>
          <p:nvPr/>
        </p:nvSpPr>
        <p:spPr>
          <a:xfrm>
            <a:off x="7174944" y="3285740"/>
            <a:ext cx="1642870" cy="2356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8"/>
              <a:t>距上一段正常小时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316193E4-DC06-45FD-B728-DEA7816BE79D}"/>
              </a:ext>
            </a:extLst>
          </p:cNvPr>
          <p:cNvSpPr>
            <a:spLocks noGrp="1"/>
          </p:cNvSpPr>
          <p:nvPr/>
        </p:nvSpPr>
        <p:spPr>
          <a:xfrm>
            <a:off x="374710" y="3535290"/>
            <a:ext cx="540691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BBF86BB-D6B7-4C3C-9352-7387DB53F612}"/>
              </a:ext>
            </a:extLst>
          </p:cNvPr>
          <p:cNvSpPr>
            <a:spLocks noGrp="1"/>
          </p:cNvSpPr>
          <p:nvPr/>
        </p:nvSpPr>
        <p:spPr>
          <a:xfrm>
            <a:off x="409370" y="3549154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①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94586A06-B7B5-40FE-A27E-9CBBD1E7C2A4}"/>
              </a:ext>
            </a:extLst>
          </p:cNvPr>
          <p:cNvSpPr>
            <a:spLocks noGrp="1"/>
          </p:cNvSpPr>
          <p:nvPr/>
        </p:nvSpPr>
        <p:spPr>
          <a:xfrm>
            <a:off x="915402" y="3535290"/>
            <a:ext cx="106751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4231C2E-947C-4C0A-B3FA-ECD5E3A10032}"/>
              </a:ext>
            </a:extLst>
          </p:cNvPr>
          <p:cNvSpPr>
            <a:spLocks noGrp="1"/>
          </p:cNvSpPr>
          <p:nvPr/>
        </p:nvSpPr>
        <p:spPr>
          <a:xfrm>
            <a:off x="950062" y="3549154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P10低风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C330676-7006-45BF-AB0E-25A00A0FD4E1}"/>
              </a:ext>
            </a:extLst>
          </p:cNvPr>
          <p:cNvSpPr>
            <a:spLocks noGrp="1"/>
          </p:cNvSpPr>
          <p:nvPr/>
        </p:nvSpPr>
        <p:spPr>
          <a:xfrm>
            <a:off x="1982921" y="3535290"/>
            <a:ext cx="1947875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8CE9563F-E261-4C3A-87CE-EBAB773777AC}"/>
              </a:ext>
            </a:extLst>
          </p:cNvPr>
          <p:cNvSpPr>
            <a:spLocks noGrp="1"/>
          </p:cNvSpPr>
          <p:nvPr/>
        </p:nvSpPr>
        <p:spPr>
          <a:xfrm>
            <a:off x="2017581" y="3549154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2020年9月8日22时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C450160D-E7D1-450C-915B-D30C1BED0A26}"/>
              </a:ext>
            </a:extLst>
          </p:cNvPr>
          <p:cNvSpPr>
            <a:spLocks noGrp="1"/>
          </p:cNvSpPr>
          <p:nvPr/>
        </p:nvSpPr>
        <p:spPr>
          <a:xfrm>
            <a:off x="3930796" y="3535290"/>
            <a:ext cx="1850828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6E539F6-0252-409C-B5E8-D3221A4E1EA0}"/>
              </a:ext>
            </a:extLst>
          </p:cNvPr>
          <p:cNvSpPr>
            <a:spLocks noGrp="1"/>
          </p:cNvSpPr>
          <p:nvPr/>
        </p:nvSpPr>
        <p:spPr>
          <a:xfrm>
            <a:off x="3965456" y="3549154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9月1日00—08时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A3D84B3-6A79-4EE4-8E5C-A51156EFB501}"/>
              </a:ext>
            </a:extLst>
          </p:cNvPr>
          <p:cNvSpPr>
            <a:spLocks noGrp="1"/>
          </p:cNvSpPr>
          <p:nvPr/>
        </p:nvSpPr>
        <p:spPr>
          <a:xfrm>
            <a:off x="5781624" y="3535290"/>
            <a:ext cx="1358660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FF3FC8CF-11CC-434A-B129-EAC0EC96DBBC}"/>
              </a:ext>
            </a:extLst>
          </p:cNvPr>
          <p:cNvSpPr>
            <a:spLocks noGrp="1"/>
          </p:cNvSpPr>
          <p:nvPr/>
        </p:nvSpPr>
        <p:spPr>
          <a:xfrm>
            <a:off x="5816284" y="3549154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9h／3.000 m/s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85D0CF4-8553-48DF-A9D3-F7D8F23E034C}"/>
              </a:ext>
            </a:extLst>
          </p:cNvPr>
          <p:cNvSpPr>
            <a:spLocks noGrp="1"/>
          </p:cNvSpPr>
          <p:nvPr/>
        </p:nvSpPr>
        <p:spPr>
          <a:xfrm>
            <a:off x="7140285" y="3535290"/>
            <a:ext cx="171218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EED54D3D-C67A-47D5-9647-6DAE172AA873}"/>
              </a:ext>
            </a:extLst>
          </p:cNvPr>
          <p:cNvSpPr>
            <a:spLocks noGrp="1"/>
          </p:cNvSpPr>
          <p:nvPr/>
        </p:nvSpPr>
        <p:spPr>
          <a:xfrm>
            <a:off x="7174944" y="3549154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首段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D9C39DC-5672-4DB3-BD83-AD4B43409C68}"/>
              </a:ext>
            </a:extLst>
          </p:cNvPr>
          <p:cNvSpPr>
            <a:spLocks noGrp="1"/>
          </p:cNvSpPr>
          <p:nvPr/>
        </p:nvSpPr>
        <p:spPr>
          <a:xfrm>
            <a:off x="374710" y="3722453"/>
            <a:ext cx="540691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0697842-AF75-453C-B7B3-7901026A3EF0}"/>
              </a:ext>
            </a:extLst>
          </p:cNvPr>
          <p:cNvSpPr>
            <a:spLocks noGrp="1"/>
          </p:cNvSpPr>
          <p:nvPr/>
        </p:nvSpPr>
        <p:spPr>
          <a:xfrm>
            <a:off x="409370" y="3736316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②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2B25FF1F-1A3F-4BD9-A5D4-081A1B5B7FB6}"/>
              </a:ext>
            </a:extLst>
          </p:cNvPr>
          <p:cNvSpPr>
            <a:spLocks noGrp="1"/>
          </p:cNvSpPr>
          <p:nvPr/>
        </p:nvSpPr>
        <p:spPr>
          <a:xfrm>
            <a:off x="915402" y="3722453"/>
            <a:ext cx="106751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CB9C479-4DA4-4070-8A99-C5DD7A6AEB8A}"/>
              </a:ext>
            </a:extLst>
          </p:cNvPr>
          <p:cNvSpPr>
            <a:spLocks noGrp="1"/>
          </p:cNvSpPr>
          <p:nvPr/>
        </p:nvSpPr>
        <p:spPr>
          <a:xfrm>
            <a:off x="950062" y="3736316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P10低风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3857107C-7C3C-4305-9A84-BB9B1D2211C8}"/>
              </a:ext>
            </a:extLst>
          </p:cNvPr>
          <p:cNvSpPr>
            <a:spLocks noGrp="1"/>
          </p:cNvSpPr>
          <p:nvPr/>
        </p:nvSpPr>
        <p:spPr>
          <a:xfrm>
            <a:off x="1982921" y="3722453"/>
            <a:ext cx="1947875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6A0C9FCE-4DE0-49F0-BF6F-76D3B2A26324}"/>
              </a:ext>
            </a:extLst>
          </p:cNvPr>
          <p:cNvSpPr>
            <a:spLocks noGrp="1"/>
          </p:cNvSpPr>
          <p:nvPr/>
        </p:nvSpPr>
        <p:spPr>
          <a:xfrm>
            <a:off x="2017581" y="3736316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1955年9月7日23时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9755BB4-44D9-4A4C-B7E6-1D85111D5ADC}"/>
              </a:ext>
            </a:extLst>
          </p:cNvPr>
          <p:cNvSpPr>
            <a:spLocks noGrp="1"/>
          </p:cNvSpPr>
          <p:nvPr/>
        </p:nvSpPr>
        <p:spPr>
          <a:xfrm>
            <a:off x="3930796" y="3722453"/>
            <a:ext cx="1850828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A908A4D-7D26-4E02-A0B1-07C81A0A70D8}"/>
              </a:ext>
            </a:extLst>
          </p:cNvPr>
          <p:cNvSpPr>
            <a:spLocks noGrp="1"/>
          </p:cNvSpPr>
          <p:nvPr/>
        </p:nvSpPr>
        <p:spPr>
          <a:xfrm>
            <a:off x="3965456" y="3736316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9月2日00—09时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439725D-21C4-4122-8900-D91E17DF0517}"/>
              </a:ext>
            </a:extLst>
          </p:cNvPr>
          <p:cNvSpPr>
            <a:spLocks noGrp="1"/>
          </p:cNvSpPr>
          <p:nvPr/>
        </p:nvSpPr>
        <p:spPr>
          <a:xfrm>
            <a:off x="5781624" y="3722453"/>
            <a:ext cx="1358660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4F953D7-10C4-4500-8E06-2EAAE47B476F}"/>
              </a:ext>
            </a:extLst>
          </p:cNvPr>
          <p:cNvSpPr>
            <a:spLocks noGrp="1"/>
          </p:cNvSpPr>
          <p:nvPr/>
        </p:nvSpPr>
        <p:spPr>
          <a:xfrm>
            <a:off x="5816284" y="3736316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10h／2.986 m/s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2DA6866-5AB8-4F8A-909D-0558D522361A}"/>
              </a:ext>
            </a:extLst>
          </p:cNvPr>
          <p:cNvSpPr>
            <a:spLocks noGrp="1"/>
          </p:cNvSpPr>
          <p:nvPr/>
        </p:nvSpPr>
        <p:spPr>
          <a:xfrm>
            <a:off x="7140285" y="3722453"/>
            <a:ext cx="171218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65C06C0-AB38-4F32-9A56-07E3B65A636A}"/>
              </a:ext>
            </a:extLst>
          </p:cNvPr>
          <p:cNvSpPr>
            <a:spLocks noGrp="1"/>
          </p:cNvSpPr>
          <p:nvPr/>
        </p:nvSpPr>
        <p:spPr>
          <a:xfrm>
            <a:off x="7174944" y="3736316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15小时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71096AD-E6CA-4907-9C6A-B864E0A617DA}"/>
              </a:ext>
            </a:extLst>
          </p:cNvPr>
          <p:cNvSpPr>
            <a:spLocks noGrp="1"/>
          </p:cNvSpPr>
          <p:nvPr/>
        </p:nvSpPr>
        <p:spPr>
          <a:xfrm>
            <a:off x="374710" y="3909615"/>
            <a:ext cx="540691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597A7744-8763-4293-B2F6-CF624B4F0111}"/>
              </a:ext>
            </a:extLst>
          </p:cNvPr>
          <p:cNvSpPr>
            <a:spLocks noGrp="1"/>
          </p:cNvSpPr>
          <p:nvPr/>
        </p:nvSpPr>
        <p:spPr>
          <a:xfrm>
            <a:off x="409370" y="3923479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③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ABC53A5-5B23-408C-8E4E-0A503C6673E8}"/>
              </a:ext>
            </a:extLst>
          </p:cNvPr>
          <p:cNvSpPr>
            <a:spLocks noGrp="1"/>
          </p:cNvSpPr>
          <p:nvPr/>
        </p:nvSpPr>
        <p:spPr>
          <a:xfrm>
            <a:off x="915402" y="3909615"/>
            <a:ext cx="106751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49D1FA3-5027-480F-A7EE-E818ED5879C6}"/>
              </a:ext>
            </a:extLst>
          </p:cNvPr>
          <p:cNvSpPr>
            <a:spLocks noGrp="1"/>
          </p:cNvSpPr>
          <p:nvPr/>
        </p:nvSpPr>
        <p:spPr>
          <a:xfrm>
            <a:off x="950062" y="3923479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P10低风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4BB7025-F656-469B-8E43-9E2FBB454018}"/>
              </a:ext>
            </a:extLst>
          </p:cNvPr>
          <p:cNvSpPr>
            <a:spLocks noGrp="1"/>
          </p:cNvSpPr>
          <p:nvPr/>
        </p:nvSpPr>
        <p:spPr>
          <a:xfrm>
            <a:off x="1982921" y="3909615"/>
            <a:ext cx="1947875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922F9390-6566-45E2-A065-18E60D3C93FB}"/>
              </a:ext>
            </a:extLst>
          </p:cNvPr>
          <p:cNvSpPr>
            <a:spLocks noGrp="1"/>
          </p:cNvSpPr>
          <p:nvPr/>
        </p:nvSpPr>
        <p:spPr>
          <a:xfrm>
            <a:off x="2017581" y="3923479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1989年9月19日10时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03C81DE-4960-4B9F-8297-207521BDFA3D}"/>
              </a:ext>
            </a:extLst>
          </p:cNvPr>
          <p:cNvSpPr>
            <a:spLocks noGrp="1"/>
          </p:cNvSpPr>
          <p:nvPr/>
        </p:nvSpPr>
        <p:spPr>
          <a:xfrm>
            <a:off x="3930796" y="3909615"/>
            <a:ext cx="1850828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6411D2FD-8B10-4561-BEDC-0958AF96E43F}"/>
              </a:ext>
            </a:extLst>
          </p:cNvPr>
          <p:cNvSpPr>
            <a:spLocks noGrp="1"/>
          </p:cNvSpPr>
          <p:nvPr/>
        </p:nvSpPr>
        <p:spPr>
          <a:xfrm>
            <a:off x="3965456" y="3923479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9月3日01—07时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155D39D-DE13-4509-BED9-3F031217CDC7}"/>
              </a:ext>
            </a:extLst>
          </p:cNvPr>
          <p:cNvSpPr>
            <a:spLocks noGrp="1"/>
          </p:cNvSpPr>
          <p:nvPr/>
        </p:nvSpPr>
        <p:spPr>
          <a:xfrm>
            <a:off x="5781624" y="3909615"/>
            <a:ext cx="1358660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086F4E1-BD5D-4F9F-9537-671DFEAC4D3F}"/>
              </a:ext>
            </a:extLst>
          </p:cNvPr>
          <p:cNvSpPr>
            <a:spLocks noGrp="1"/>
          </p:cNvSpPr>
          <p:nvPr/>
        </p:nvSpPr>
        <p:spPr>
          <a:xfrm>
            <a:off x="5816284" y="3923479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7h／2.984 m/s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38C831F-E5EF-4785-808B-31635E7A3E34}"/>
              </a:ext>
            </a:extLst>
          </p:cNvPr>
          <p:cNvSpPr>
            <a:spLocks noGrp="1"/>
          </p:cNvSpPr>
          <p:nvPr/>
        </p:nvSpPr>
        <p:spPr>
          <a:xfrm>
            <a:off x="7140285" y="3909615"/>
            <a:ext cx="171218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5CE97B8-0178-4450-85A9-FA918C07DD7D}"/>
              </a:ext>
            </a:extLst>
          </p:cNvPr>
          <p:cNvSpPr>
            <a:spLocks noGrp="1"/>
          </p:cNvSpPr>
          <p:nvPr/>
        </p:nvSpPr>
        <p:spPr>
          <a:xfrm>
            <a:off x="7174944" y="3923479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15小时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217D60E-B525-4E20-BD84-B6F9D64B3EF3}"/>
              </a:ext>
            </a:extLst>
          </p:cNvPr>
          <p:cNvSpPr>
            <a:spLocks noGrp="1"/>
          </p:cNvSpPr>
          <p:nvPr/>
        </p:nvSpPr>
        <p:spPr>
          <a:xfrm>
            <a:off x="374710" y="4096778"/>
            <a:ext cx="540691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A79C163C-BAB3-4819-86CA-A2882226F41E}"/>
              </a:ext>
            </a:extLst>
          </p:cNvPr>
          <p:cNvSpPr>
            <a:spLocks noGrp="1"/>
          </p:cNvSpPr>
          <p:nvPr/>
        </p:nvSpPr>
        <p:spPr>
          <a:xfrm>
            <a:off x="409370" y="4110641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④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75376C0-B85F-4C29-9F85-1C01E277C4EA}"/>
              </a:ext>
            </a:extLst>
          </p:cNvPr>
          <p:cNvSpPr>
            <a:spLocks noGrp="1"/>
          </p:cNvSpPr>
          <p:nvPr/>
        </p:nvSpPr>
        <p:spPr>
          <a:xfrm>
            <a:off x="915402" y="4096778"/>
            <a:ext cx="106751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FA2E0DA-3CE0-4FB1-AEAA-B66A633519B7}"/>
              </a:ext>
            </a:extLst>
          </p:cNvPr>
          <p:cNvSpPr>
            <a:spLocks noGrp="1"/>
          </p:cNvSpPr>
          <p:nvPr/>
        </p:nvSpPr>
        <p:spPr>
          <a:xfrm>
            <a:off x="950062" y="4110641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P10低风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3397AC28-3DDB-43B8-96AE-BA96247FF17D}"/>
              </a:ext>
            </a:extLst>
          </p:cNvPr>
          <p:cNvSpPr>
            <a:spLocks noGrp="1"/>
          </p:cNvSpPr>
          <p:nvPr/>
        </p:nvSpPr>
        <p:spPr>
          <a:xfrm>
            <a:off x="1982921" y="4096778"/>
            <a:ext cx="1947875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BBAB9384-2684-4A96-840D-C4C4BE150451}"/>
              </a:ext>
            </a:extLst>
          </p:cNvPr>
          <p:cNvSpPr>
            <a:spLocks noGrp="1"/>
          </p:cNvSpPr>
          <p:nvPr/>
        </p:nvSpPr>
        <p:spPr>
          <a:xfrm>
            <a:off x="2017581" y="4110641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1971年9月17日17时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AE7DE89-084C-4506-9C4B-EB5B31094F71}"/>
              </a:ext>
            </a:extLst>
          </p:cNvPr>
          <p:cNvSpPr>
            <a:spLocks noGrp="1"/>
          </p:cNvSpPr>
          <p:nvPr/>
        </p:nvSpPr>
        <p:spPr>
          <a:xfrm>
            <a:off x="3930796" y="4096778"/>
            <a:ext cx="1850828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6B1ED0F-7ECA-448C-97F0-CDE433A05861}"/>
              </a:ext>
            </a:extLst>
          </p:cNvPr>
          <p:cNvSpPr>
            <a:spLocks noGrp="1"/>
          </p:cNvSpPr>
          <p:nvPr/>
        </p:nvSpPr>
        <p:spPr>
          <a:xfrm>
            <a:off x="3965456" y="4110641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9月4日00—04时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4198C335-409C-4168-A021-E25E2C666BDF}"/>
              </a:ext>
            </a:extLst>
          </p:cNvPr>
          <p:cNvSpPr>
            <a:spLocks noGrp="1"/>
          </p:cNvSpPr>
          <p:nvPr/>
        </p:nvSpPr>
        <p:spPr>
          <a:xfrm>
            <a:off x="5781624" y="4096778"/>
            <a:ext cx="1358660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EC7A2173-0FBB-4506-8462-07A7CB893C88}"/>
              </a:ext>
            </a:extLst>
          </p:cNvPr>
          <p:cNvSpPr>
            <a:spLocks noGrp="1"/>
          </p:cNvSpPr>
          <p:nvPr/>
        </p:nvSpPr>
        <p:spPr>
          <a:xfrm>
            <a:off x="5816284" y="4110641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5h／2.969 m/s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2838102B-B90C-483D-91FD-4E25C975E25A}"/>
              </a:ext>
            </a:extLst>
          </p:cNvPr>
          <p:cNvSpPr>
            <a:spLocks noGrp="1"/>
          </p:cNvSpPr>
          <p:nvPr/>
        </p:nvSpPr>
        <p:spPr>
          <a:xfrm>
            <a:off x="7140285" y="4096778"/>
            <a:ext cx="171218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FAEB65F-AE69-479B-96E3-C2906A971600}"/>
              </a:ext>
            </a:extLst>
          </p:cNvPr>
          <p:cNvSpPr>
            <a:spLocks noGrp="1"/>
          </p:cNvSpPr>
          <p:nvPr/>
        </p:nvSpPr>
        <p:spPr>
          <a:xfrm>
            <a:off x="7174944" y="4110641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16小时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7D410B1A-710E-4EDD-B2B3-DACCAF4278A0}"/>
              </a:ext>
            </a:extLst>
          </p:cNvPr>
          <p:cNvSpPr>
            <a:spLocks noGrp="1"/>
          </p:cNvSpPr>
          <p:nvPr/>
        </p:nvSpPr>
        <p:spPr>
          <a:xfrm>
            <a:off x="374710" y="4283940"/>
            <a:ext cx="540691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A745F71B-75E5-433C-ABBF-5BB8E2BC4D0F}"/>
              </a:ext>
            </a:extLst>
          </p:cNvPr>
          <p:cNvSpPr>
            <a:spLocks noGrp="1"/>
          </p:cNvSpPr>
          <p:nvPr/>
        </p:nvSpPr>
        <p:spPr>
          <a:xfrm>
            <a:off x="409370" y="4297803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⑤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E55F0CB-00B5-4FD1-B4B9-A2B1AD1F92AB}"/>
              </a:ext>
            </a:extLst>
          </p:cNvPr>
          <p:cNvSpPr>
            <a:spLocks noGrp="1"/>
          </p:cNvSpPr>
          <p:nvPr/>
        </p:nvSpPr>
        <p:spPr>
          <a:xfrm>
            <a:off x="915402" y="4283940"/>
            <a:ext cx="106751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6117F83-FB19-403E-8B3F-959B93A573B4}"/>
              </a:ext>
            </a:extLst>
          </p:cNvPr>
          <p:cNvSpPr>
            <a:spLocks noGrp="1"/>
          </p:cNvSpPr>
          <p:nvPr/>
        </p:nvSpPr>
        <p:spPr>
          <a:xfrm>
            <a:off x="950062" y="4297803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76B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P10低风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5C2DFB87-AA98-48FF-95CA-50B090A1FA27}"/>
              </a:ext>
            </a:extLst>
          </p:cNvPr>
          <p:cNvSpPr>
            <a:spLocks noGrp="1"/>
          </p:cNvSpPr>
          <p:nvPr/>
        </p:nvSpPr>
        <p:spPr>
          <a:xfrm>
            <a:off x="1982921" y="4283940"/>
            <a:ext cx="1947875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C25D8499-7FBF-48CE-82E7-EB573A3DCF0E}"/>
              </a:ext>
            </a:extLst>
          </p:cNvPr>
          <p:cNvSpPr>
            <a:spLocks noGrp="1"/>
          </p:cNvSpPr>
          <p:nvPr/>
        </p:nvSpPr>
        <p:spPr>
          <a:xfrm>
            <a:off x="2017581" y="4297803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2020年9月11日22时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C0D8D2BC-2A14-4AA2-A030-149DFD623232}"/>
              </a:ext>
            </a:extLst>
          </p:cNvPr>
          <p:cNvSpPr>
            <a:spLocks noGrp="1"/>
          </p:cNvSpPr>
          <p:nvPr/>
        </p:nvSpPr>
        <p:spPr>
          <a:xfrm>
            <a:off x="3930796" y="4283940"/>
            <a:ext cx="1850828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56576B2-FCAE-4823-A2B4-4C24A545EC36}"/>
              </a:ext>
            </a:extLst>
          </p:cNvPr>
          <p:cNvSpPr>
            <a:spLocks noGrp="1"/>
          </p:cNvSpPr>
          <p:nvPr/>
        </p:nvSpPr>
        <p:spPr>
          <a:xfrm>
            <a:off x="3965456" y="4297803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9月5日00—08时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FE6006A4-2F53-49CB-9DCA-E9F7261DBB5C}"/>
              </a:ext>
            </a:extLst>
          </p:cNvPr>
          <p:cNvSpPr>
            <a:spLocks noGrp="1"/>
          </p:cNvSpPr>
          <p:nvPr/>
        </p:nvSpPr>
        <p:spPr>
          <a:xfrm>
            <a:off x="5781624" y="4283940"/>
            <a:ext cx="1358660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FCB2115-7403-48EE-90A5-FBB5EAE9422E}"/>
              </a:ext>
            </a:extLst>
          </p:cNvPr>
          <p:cNvSpPr>
            <a:spLocks noGrp="1"/>
          </p:cNvSpPr>
          <p:nvPr/>
        </p:nvSpPr>
        <p:spPr>
          <a:xfrm>
            <a:off x="5816284" y="4297803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9h／2.962 m/s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EDE2B1C0-97F2-41CA-8A5F-27A8E78709E3}"/>
              </a:ext>
            </a:extLst>
          </p:cNvPr>
          <p:cNvSpPr>
            <a:spLocks noGrp="1"/>
          </p:cNvSpPr>
          <p:nvPr/>
        </p:nvSpPr>
        <p:spPr>
          <a:xfrm>
            <a:off x="7140285" y="4283940"/>
            <a:ext cx="171218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AC12CC41-873E-48D4-97BB-478B6C0332AC}"/>
              </a:ext>
            </a:extLst>
          </p:cNvPr>
          <p:cNvSpPr>
            <a:spLocks noGrp="1"/>
          </p:cNvSpPr>
          <p:nvPr/>
        </p:nvSpPr>
        <p:spPr>
          <a:xfrm>
            <a:off x="7174944" y="4297803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19小时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BFECBC8-6ABF-4554-80EB-75032D351474}"/>
              </a:ext>
            </a:extLst>
          </p:cNvPr>
          <p:cNvSpPr>
            <a:spLocks noGrp="1"/>
          </p:cNvSpPr>
          <p:nvPr/>
        </p:nvSpPr>
        <p:spPr>
          <a:xfrm>
            <a:off x="374710" y="4471102"/>
            <a:ext cx="540691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064F74E-850B-41E0-A68F-2FC5EA676E7C}"/>
              </a:ext>
            </a:extLst>
          </p:cNvPr>
          <p:cNvSpPr>
            <a:spLocks noGrp="1"/>
          </p:cNvSpPr>
          <p:nvPr/>
        </p:nvSpPr>
        <p:spPr>
          <a:xfrm>
            <a:off x="409370" y="4484966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⑥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2931BF9-2DC5-4D56-A836-9B5E44BF8614}"/>
              </a:ext>
            </a:extLst>
          </p:cNvPr>
          <p:cNvSpPr>
            <a:spLocks noGrp="1"/>
          </p:cNvSpPr>
          <p:nvPr/>
        </p:nvSpPr>
        <p:spPr>
          <a:xfrm>
            <a:off x="915402" y="4471102"/>
            <a:ext cx="106751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A882191D-5A7C-4EBA-A2B3-EF61823E1760}"/>
              </a:ext>
            </a:extLst>
          </p:cNvPr>
          <p:cNvSpPr>
            <a:spLocks noGrp="1"/>
          </p:cNvSpPr>
          <p:nvPr/>
        </p:nvSpPr>
        <p:spPr>
          <a:xfrm>
            <a:off x="950062" y="4484966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P90大风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98CD3A19-4148-4D77-8FA7-8E139745BA75}"/>
              </a:ext>
            </a:extLst>
          </p:cNvPr>
          <p:cNvSpPr>
            <a:spLocks noGrp="1"/>
          </p:cNvSpPr>
          <p:nvPr/>
        </p:nvSpPr>
        <p:spPr>
          <a:xfrm>
            <a:off x="1982921" y="4471102"/>
            <a:ext cx="1947875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7327C645-CDCF-4D65-A46F-A6DB4DEE275A}"/>
              </a:ext>
            </a:extLst>
          </p:cNvPr>
          <p:cNvSpPr>
            <a:spLocks noGrp="1"/>
          </p:cNvSpPr>
          <p:nvPr/>
        </p:nvSpPr>
        <p:spPr>
          <a:xfrm>
            <a:off x="2017581" y="4484966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1953年9月22日04时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330386BE-01A9-40DD-885F-C920CDB3F3F1}"/>
              </a:ext>
            </a:extLst>
          </p:cNvPr>
          <p:cNvSpPr>
            <a:spLocks noGrp="1"/>
          </p:cNvSpPr>
          <p:nvPr/>
        </p:nvSpPr>
        <p:spPr>
          <a:xfrm>
            <a:off x="3930796" y="4471102"/>
            <a:ext cx="1850828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AA480E32-683C-4BF6-80A6-F1B6E135152F}"/>
              </a:ext>
            </a:extLst>
          </p:cNvPr>
          <p:cNvSpPr>
            <a:spLocks noGrp="1"/>
          </p:cNvSpPr>
          <p:nvPr/>
        </p:nvSpPr>
        <p:spPr>
          <a:xfrm>
            <a:off x="3965456" y="4484966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9月6日00—10时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FBFA859-2470-4636-B0AC-90928EA30C25}"/>
              </a:ext>
            </a:extLst>
          </p:cNvPr>
          <p:cNvSpPr>
            <a:spLocks noGrp="1"/>
          </p:cNvSpPr>
          <p:nvPr/>
        </p:nvSpPr>
        <p:spPr>
          <a:xfrm>
            <a:off x="5781624" y="4471102"/>
            <a:ext cx="1358660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14190263-AD0E-4D5F-BAA5-D17FE7CB1215}"/>
              </a:ext>
            </a:extLst>
          </p:cNvPr>
          <p:cNvSpPr>
            <a:spLocks noGrp="1"/>
          </p:cNvSpPr>
          <p:nvPr/>
        </p:nvSpPr>
        <p:spPr>
          <a:xfrm>
            <a:off x="5816284" y="4484966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11h／11.456 m/s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E45498C-1E4F-42D9-8EF6-ADE021B02CCD}"/>
              </a:ext>
            </a:extLst>
          </p:cNvPr>
          <p:cNvSpPr>
            <a:spLocks noGrp="1"/>
          </p:cNvSpPr>
          <p:nvPr/>
        </p:nvSpPr>
        <p:spPr>
          <a:xfrm>
            <a:off x="7140285" y="4471102"/>
            <a:ext cx="1712189" cy="187162"/>
          </a:xfrm>
          <a:prstGeom prst="rect">
            <a:avLst/>
          </a:prstGeom>
          <a:solidFill>
            <a:srgbClr val="F3F6F9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E973C7F2-84B1-4D18-9B89-7AB901E3B3BE}"/>
              </a:ext>
            </a:extLst>
          </p:cNvPr>
          <p:cNvSpPr>
            <a:spLocks noGrp="1"/>
          </p:cNvSpPr>
          <p:nvPr/>
        </p:nvSpPr>
        <p:spPr>
          <a:xfrm>
            <a:off x="7174944" y="4484966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15小时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8E0E5835-CC99-4545-A545-989216AF4DFC}"/>
              </a:ext>
            </a:extLst>
          </p:cNvPr>
          <p:cNvSpPr>
            <a:spLocks noGrp="1"/>
          </p:cNvSpPr>
          <p:nvPr/>
        </p:nvSpPr>
        <p:spPr>
          <a:xfrm>
            <a:off x="374710" y="4658265"/>
            <a:ext cx="540691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98749E42-CCD0-4990-AED2-295D70ADDED8}"/>
              </a:ext>
            </a:extLst>
          </p:cNvPr>
          <p:cNvSpPr>
            <a:spLocks noGrp="1"/>
          </p:cNvSpPr>
          <p:nvPr/>
        </p:nvSpPr>
        <p:spPr>
          <a:xfrm>
            <a:off x="409370" y="4672128"/>
            <a:ext cx="471372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⑦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5F0197CB-80D1-4DBD-A4B8-585FB2202825}"/>
              </a:ext>
            </a:extLst>
          </p:cNvPr>
          <p:cNvSpPr>
            <a:spLocks noGrp="1"/>
          </p:cNvSpPr>
          <p:nvPr/>
        </p:nvSpPr>
        <p:spPr>
          <a:xfrm>
            <a:off x="915402" y="4658265"/>
            <a:ext cx="106751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D6CEB6C7-A541-434B-8ED9-72A132E72755}"/>
              </a:ext>
            </a:extLst>
          </p:cNvPr>
          <p:cNvSpPr>
            <a:spLocks noGrp="1"/>
          </p:cNvSpPr>
          <p:nvPr/>
        </p:nvSpPr>
        <p:spPr>
          <a:xfrm>
            <a:off x="950062" y="4672128"/>
            <a:ext cx="99819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1">
                <a:solidFill>
                  <a:srgbClr val="C848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P90大风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02647279-35DD-4E46-9D69-E01ED568439E}"/>
              </a:ext>
            </a:extLst>
          </p:cNvPr>
          <p:cNvSpPr>
            <a:spLocks noGrp="1"/>
          </p:cNvSpPr>
          <p:nvPr/>
        </p:nvSpPr>
        <p:spPr>
          <a:xfrm>
            <a:off x="1982921" y="4658265"/>
            <a:ext cx="1947875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E8BC037-8AB0-420E-BF1A-145E2C958B44}"/>
              </a:ext>
            </a:extLst>
          </p:cNvPr>
          <p:cNvSpPr>
            <a:spLocks noGrp="1"/>
          </p:cNvSpPr>
          <p:nvPr/>
        </p:nvSpPr>
        <p:spPr>
          <a:xfrm>
            <a:off x="2017581" y="4672128"/>
            <a:ext cx="1878556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2025年9月24日01时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762D2027-C52B-4162-B36B-8AC11A13C595}"/>
              </a:ext>
            </a:extLst>
          </p:cNvPr>
          <p:cNvSpPr>
            <a:spLocks noGrp="1"/>
          </p:cNvSpPr>
          <p:nvPr/>
        </p:nvSpPr>
        <p:spPr>
          <a:xfrm>
            <a:off x="3930796" y="4658265"/>
            <a:ext cx="1850828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BEC244D5-8F99-4417-8F2D-C91E38F61F11}"/>
              </a:ext>
            </a:extLst>
          </p:cNvPr>
          <p:cNvSpPr>
            <a:spLocks noGrp="1"/>
          </p:cNvSpPr>
          <p:nvPr/>
        </p:nvSpPr>
        <p:spPr>
          <a:xfrm>
            <a:off x="3965456" y="4672128"/>
            <a:ext cx="1781509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9月7日00—08时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8E2B45C-1F81-4359-8AD2-94E989734339}"/>
              </a:ext>
            </a:extLst>
          </p:cNvPr>
          <p:cNvSpPr>
            <a:spLocks noGrp="1"/>
          </p:cNvSpPr>
          <p:nvPr/>
        </p:nvSpPr>
        <p:spPr>
          <a:xfrm>
            <a:off x="5781624" y="4658265"/>
            <a:ext cx="1358660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92C9DAA4-D3E6-49D8-9D6A-83C77BAF9D0E}"/>
              </a:ext>
            </a:extLst>
          </p:cNvPr>
          <p:cNvSpPr>
            <a:spLocks noGrp="1"/>
          </p:cNvSpPr>
          <p:nvPr/>
        </p:nvSpPr>
        <p:spPr>
          <a:xfrm>
            <a:off x="5816284" y="4672128"/>
            <a:ext cx="1289341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9h／11.501 m/s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1FB7E80-9BC2-4D41-A11C-EED40F7F0E63}"/>
              </a:ext>
            </a:extLst>
          </p:cNvPr>
          <p:cNvSpPr>
            <a:spLocks noGrp="1"/>
          </p:cNvSpPr>
          <p:nvPr/>
        </p:nvSpPr>
        <p:spPr>
          <a:xfrm>
            <a:off x="7140285" y="4658265"/>
            <a:ext cx="1712189" cy="187162"/>
          </a:xfrm>
          <a:prstGeom prst="rect">
            <a:avLst/>
          </a:prstGeom>
          <a:solidFill>
            <a:srgbClr val="FFFFFF"/>
          </a:solidFill>
          <a:ln w="7144">
            <a:solidFill>
              <a:srgbClr val="AEB8C5"/>
            </a:solidFill>
            <a:prstDash val="solid"/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CAEA453-761C-4203-9CC1-F1BD05F8244B}"/>
              </a:ext>
            </a:extLst>
          </p:cNvPr>
          <p:cNvSpPr>
            <a:spLocks noGrp="1"/>
          </p:cNvSpPr>
          <p:nvPr/>
        </p:nvSpPr>
        <p:spPr>
          <a:xfrm>
            <a:off x="7174944" y="4672128"/>
            <a:ext cx="1642870" cy="159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151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9"/>
              <a:t>13小时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BB31FD5E-737D-45A1-A9AA-285758A54B4D}"/>
              </a:ext>
            </a:extLst>
          </p:cNvPr>
          <p:cNvSpPr>
            <a:spLocks noGrp="1"/>
          </p:cNvSpPr>
          <p:nvPr/>
        </p:nvSpPr>
        <p:spPr>
          <a:xfrm>
            <a:off x="284595" y="4928610"/>
            <a:ext cx="8567879" cy="6932"/>
          </a:xfrm>
          <a:prstGeom prst="rect">
            <a:avLst/>
          </a:prstGeom>
          <a:solidFill>
            <a:srgbClr val="BDC7D4"/>
          </a:solidFill>
          <a:ln w="0">
            <a:noFill/>
            <a:prstDash val="solid"/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BB888CB1-EF60-4DC6-8E85-316E3F6128E5}"/>
              </a:ext>
            </a:extLst>
          </p:cNvPr>
          <p:cNvSpPr>
            <a:spLocks noGrp="1"/>
          </p:cNvSpPr>
          <p:nvPr/>
        </p:nvSpPr>
        <p:spPr>
          <a:xfrm>
            <a:off x="305391" y="4956338"/>
            <a:ext cx="8526287" cy="1317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050" b="0">
                <a:solidFill>
                  <a:srgbClr val="59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4"/>
              <a:t>来源：1950—2025年海风大资源年库；完整月度结果、逐段日志和验证见配套MD。</a:t>
            </a:r>
          </a:p>
        </p:txBody>
      </p:sp>
    </p:spTree>
    <p:extLst>
      <p:ext uri="{BB962C8B-B14F-4D97-AF65-F5344CB8AC3E}">
        <p14:creationId xmlns:p14="http://schemas.microsoft.com/office/powerpoint/2010/main" val="1681421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矩形 240">
            <a:extLst>
              <a:ext uri="{FF2B5EF4-FFF2-40B4-BE49-F238E27FC236}">
                <a16:creationId xmlns:a16="http://schemas.microsoft.com/office/drawing/2014/main" id="{2D83E6AD-F1EE-4226-B90A-27F4AB471E8F}"/>
              </a:ext>
            </a:extLst>
          </p:cNvPr>
          <p:cNvSpPr>
            <a:spLocks noGrp="1"/>
          </p:cNvSpPr>
          <p:nvPr/>
        </p:nvSpPr>
        <p:spPr>
          <a:xfrm>
            <a:off x="297180" y="160020"/>
            <a:ext cx="828675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/>
              <a:t>01  月目标与缺口优先级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349147-6AE2-4777-A45A-0F3B74D9036E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C89620-3080-45CA-B806-3B5DF20771FA}"/>
              </a:ext>
            </a:extLst>
          </p:cNvPr>
          <p:cNvSpPr>
            <a:spLocks noGrp="1"/>
          </p:cNvSpPr>
          <p:nvPr/>
        </p:nvSpPr>
        <p:spPr>
          <a:xfrm>
            <a:off x="308610" y="754380"/>
            <a:ext cx="8458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/>
              <a:t>先按历史库确定月目标，再按正缺口从大到小处理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70570E-06CE-4CD7-B89D-6D96EA716469}"/>
              </a:ext>
            </a:extLst>
          </p:cNvPr>
          <p:cNvSpPr>
            <a:spLocks noGrp="1"/>
          </p:cNvSpPr>
          <p:nvPr/>
        </p:nvSpPr>
        <p:spPr>
          <a:xfrm>
            <a:off x="314325" y="4834890"/>
            <a:ext cx="51435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海风大资源年1988 · 9月算例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E0230A-20CA-436C-A031-32EA80AAD435}"/>
              </a:ext>
            </a:extLst>
          </p:cNvPr>
          <p:cNvSpPr>
            <a:spLocks noGrp="1"/>
          </p:cNvSpPr>
          <p:nvPr/>
        </p:nvSpPr>
        <p:spPr>
          <a:xfrm>
            <a:off x="8172450" y="4829175"/>
            <a:ext cx="640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01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1BE9E0-F202-4B0C-979D-01B49C6E1BEB}"/>
              </a:ext>
            </a:extLst>
          </p:cNvPr>
          <p:cNvSpPr>
            <a:spLocks noGrp="1"/>
          </p:cNvSpPr>
          <p:nvPr/>
        </p:nvSpPr>
        <p:spPr>
          <a:xfrm>
            <a:off x="314325" y="1143000"/>
            <a:ext cx="85153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/>
              <a:t>本库阈值：P10 = 3.693 m/s；P90 = 10.679 m/s。仅计连续≥3小时的完整片段。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80AE11-710C-4D53-AD1C-0ED8192F4EDB}"/>
              </a:ext>
            </a:extLst>
          </p:cNvPr>
          <p:cNvSpPr>
            <a:spLocks noGrp="1"/>
          </p:cNvSpPr>
          <p:nvPr/>
        </p:nvSpPr>
        <p:spPr>
          <a:xfrm>
            <a:off x="342900" y="1508760"/>
            <a:ext cx="4000500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/>
              <a:t>P10 低风：按缺口排序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88B292-871E-4382-9A74-7BC6D31FBDD5}"/>
              </a:ext>
            </a:extLst>
          </p:cNvPr>
          <p:cNvSpPr>
            <a:spLocks noGrp="1"/>
          </p:cNvSpPr>
          <p:nvPr/>
        </p:nvSpPr>
        <p:spPr>
          <a:xfrm>
            <a:off x="342900" y="1794510"/>
            <a:ext cx="800100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AD8E10-4EF0-4440-B831-58F9B58320C6}"/>
              </a:ext>
            </a:extLst>
          </p:cNvPr>
          <p:cNvSpPr>
            <a:spLocks noGrp="1"/>
          </p:cNvSpPr>
          <p:nvPr/>
        </p:nvSpPr>
        <p:spPr>
          <a:xfrm>
            <a:off x="371475" y="180594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944A55-E34A-4F68-BBA0-B34AE9D58F25}"/>
              </a:ext>
            </a:extLst>
          </p:cNvPr>
          <p:cNvSpPr>
            <a:spLocks noGrp="1"/>
          </p:cNvSpPr>
          <p:nvPr/>
        </p:nvSpPr>
        <p:spPr>
          <a:xfrm>
            <a:off x="1143000" y="1794510"/>
            <a:ext cx="1080135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E6F0C-2FD6-4F0B-8B37-BF31F2A0F253}"/>
              </a:ext>
            </a:extLst>
          </p:cNvPr>
          <p:cNvSpPr>
            <a:spLocks noGrp="1"/>
          </p:cNvSpPr>
          <p:nvPr/>
        </p:nvSpPr>
        <p:spPr>
          <a:xfrm>
            <a:off x="1171575" y="180594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目标 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F60ED0-81C8-43B5-9DCA-2355814E55FC}"/>
              </a:ext>
            </a:extLst>
          </p:cNvPr>
          <p:cNvSpPr>
            <a:spLocks noGrp="1"/>
          </p:cNvSpPr>
          <p:nvPr/>
        </p:nvSpPr>
        <p:spPr>
          <a:xfrm>
            <a:off x="2223135" y="1794510"/>
            <a:ext cx="1080135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1EF0B9-B591-41E1-9CD1-E263D1A7531D}"/>
              </a:ext>
            </a:extLst>
          </p:cNvPr>
          <p:cNvSpPr>
            <a:spLocks noGrp="1"/>
          </p:cNvSpPr>
          <p:nvPr/>
        </p:nvSpPr>
        <p:spPr>
          <a:xfrm>
            <a:off x="2251710" y="180594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已有 h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6F7F69-7D72-440B-B8BD-8B7EDFB4882F}"/>
              </a:ext>
            </a:extLst>
          </p:cNvPr>
          <p:cNvSpPr>
            <a:spLocks noGrp="1"/>
          </p:cNvSpPr>
          <p:nvPr/>
        </p:nvSpPr>
        <p:spPr>
          <a:xfrm>
            <a:off x="3303270" y="1794510"/>
            <a:ext cx="1040130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E6D718-E7CD-4907-B68E-257427896793}"/>
              </a:ext>
            </a:extLst>
          </p:cNvPr>
          <p:cNvSpPr>
            <a:spLocks noGrp="1"/>
          </p:cNvSpPr>
          <p:nvPr/>
        </p:nvSpPr>
        <p:spPr>
          <a:xfrm>
            <a:off x="3331845" y="180594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正缺口 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928AD3-0F9C-4DAC-AE1E-4E71DA113A0C}"/>
              </a:ext>
            </a:extLst>
          </p:cNvPr>
          <p:cNvSpPr>
            <a:spLocks noGrp="1"/>
          </p:cNvSpPr>
          <p:nvPr/>
        </p:nvSpPr>
        <p:spPr>
          <a:xfrm>
            <a:off x="342900" y="200596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20D771-D029-4E2E-9740-7F64BA742C9E}"/>
              </a:ext>
            </a:extLst>
          </p:cNvPr>
          <p:cNvSpPr>
            <a:spLocks noGrp="1"/>
          </p:cNvSpPr>
          <p:nvPr/>
        </p:nvSpPr>
        <p:spPr>
          <a:xfrm>
            <a:off x="371475" y="201739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dirty="0"/>
              <a:t>8月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23CD0E-DCAF-420E-818E-B34649151E1E}"/>
              </a:ext>
            </a:extLst>
          </p:cNvPr>
          <p:cNvSpPr>
            <a:spLocks noGrp="1"/>
          </p:cNvSpPr>
          <p:nvPr/>
        </p:nvSpPr>
        <p:spPr>
          <a:xfrm>
            <a:off x="1143000" y="200596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2003E0-E97B-4595-A6CD-78BD32A6D2E4}"/>
              </a:ext>
            </a:extLst>
          </p:cNvPr>
          <p:cNvSpPr>
            <a:spLocks noGrp="1"/>
          </p:cNvSpPr>
          <p:nvPr/>
        </p:nvSpPr>
        <p:spPr>
          <a:xfrm>
            <a:off x="1171575" y="201739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6C06EF-BF73-4871-8540-7F18CD1363F0}"/>
              </a:ext>
            </a:extLst>
          </p:cNvPr>
          <p:cNvSpPr>
            <a:spLocks noGrp="1"/>
          </p:cNvSpPr>
          <p:nvPr/>
        </p:nvSpPr>
        <p:spPr>
          <a:xfrm>
            <a:off x="2223135" y="200596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37504C-94F0-4C6B-9B42-E55600C0A3F6}"/>
              </a:ext>
            </a:extLst>
          </p:cNvPr>
          <p:cNvSpPr>
            <a:spLocks noGrp="1"/>
          </p:cNvSpPr>
          <p:nvPr/>
        </p:nvSpPr>
        <p:spPr>
          <a:xfrm>
            <a:off x="2251710" y="201739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99819F-DB56-4A90-96D6-B3E78E78CE37}"/>
              </a:ext>
            </a:extLst>
          </p:cNvPr>
          <p:cNvSpPr>
            <a:spLocks noGrp="1"/>
          </p:cNvSpPr>
          <p:nvPr/>
        </p:nvSpPr>
        <p:spPr>
          <a:xfrm>
            <a:off x="3303270" y="200596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AD51AF-39AD-4C77-85DC-46A7418A84DD}"/>
              </a:ext>
            </a:extLst>
          </p:cNvPr>
          <p:cNvSpPr>
            <a:spLocks noGrp="1"/>
          </p:cNvSpPr>
          <p:nvPr/>
        </p:nvSpPr>
        <p:spPr>
          <a:xfrm>
            <a:off x="3331845" y="201739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135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52B104-DF34-468E-8CA7-4C0C8EC0BF2C}"/>
              </a:ext>
            </a:extLst>
          </p:cNvPr>
          <p:cNvSpPr>
            <a:spLocks noGrp="1"/>
          </p:cNvSpPr>
          <p:nvPr/>
        </p:nvSpPr>
        <p:spPr>
          <a:xfrm>
            <a:off x="342900" y="221170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5856F5-B223-4521-A2EB-DECD6017ECEF}"/>
              </a:ext>
            </a:extLst>
          </p:cNvPr>
          <p:cNvSpPr>
            <a:spLocks noGrp="1"/>
          </p:cNvSpPr>
          <p:nvPr/>
        </p:nvSpPr>
        <p:spPr>
          <a:xfrm>
            <a:off x="342900" y="2217420"/>
            <a:ext cx="800100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AD23D6-ED80-41BE-AA2C-BF0A30F0BA2F}"/>
              </a:ext>
            </a:extLst>
          </p:cNvPr>
          <p:cNvSpPr>
            <a:spLocks noGrp="1"/>
          </p:cNvSpPr>
          <p:nvPr/>
        </p:nvSpPr>
        <p:spPr>
          <a:xfrm>
            <a:off x="371475" y="222885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6E540B-5B96-4B5D-8277-72CF6E8F2703}"/>
              </a:ext>
            </a:extLst>
          </p:cNvPr>
          <p:cNvSpPr>
            <a:spLocks noGrp="1"/>
          </p:cNvSpPr>
          <p:nvPr/>
        </p:nvSpPr>
        <p:spPr>
          <a:xfrm>
            <a:off x="1143000" y="2217420"/>
            <a:ext cx="1080135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77A802-A8A2-422A-B93A-EB185292DAF7}"/>
              </a:ext>
            </a:extLst>
          </p:cNvPr>
          <p:cNvSpPr>
            <a:spLocks noGrp="1"/>
          </p:cNvSpPr>
          <p:nvPr/>
        </p:nvSpPr>
        <p:spPr>
          <a:xfrm>
            <a:off x="1171575" y="222885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E7A406-647D-404D-9ADA-097DB6ACF880}"/>
              </a:ext>
            </a:extLst>
          </p:cNvPr>
          <p:cNvSpPr>
            <a:spLocks noGrp="1"/>
          </p:cNvSpPr>
          <p:nvPr/>
        </p:nvSpPr>
        <p:spPr>
          <a:xfrm>
            <a:off x="2223135" y="2217420"/>
            <a:ext cx="1080135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324F83-E353-4571-99D5-CA393F7312FB}"/>
              </a:ext>
            </a:extLst>
          </p:cNvPr>
          <p:cNvSpPr>
            <a:spLocks noGrp="1"/>
          </p:cNvSpPr>
          <p:nvPr/>
        </p:nvSpPr>
        <p:spPr>
          <a:xfrm>
            <a:off x="2251710" y="222885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67AB21E-614B-475C-98AC-D1DB83049AE9}"/>
              </a:ext>
            </a:extLst>
          </p:cNvPr>
          <p:cNvSpPr>
            <a:spLocks noGrp="1"/>
          </p:cNvSpPr>
          <p:nvPr/>
        </p:nvSpPr>
        <p:spPr>
          <a:xfrm>
            <a:off x="3303270" y="2217420"/>
            <a:ext cx="1040130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3B2E8-FB2C-4C0B-9EF1-CD3B8102AB8F}"/>
              </a:ext>
            </a:extLst>
          </p:cNvPr>
          <p:cNvSpPr>
            <a:spLocks noGrp="1"/>
          </p:cNvSpPr>
          <p:nvPr/>
        </p:nvSpPr>
        <p:spPr>
          <a:xfrm>
            <a:off x="3331845" y="222885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F316C8-2E9D-4848-B705-4500B32197F8}"/>
              </a:ext>
            </a:extLst>
          </p:cNvPr>
          <p:cNvSpPr>
            <a:spLocks noGrp="1"/>
          </p:cNvSpPr>
          <p:nvPr/>
        </p:nvSpPr>
        <p:spPr>
          <a:xfrm>
            <a:off x="342900" y="242316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0279C1-4834-4473-AC1A-F668BA67BDC9}"/>
              </a:ext>
            </a:extLst>
          </p:cNvPr>
          <p:cNvSpPr>
            <a:spLocks noGrp="1"/>
          </p:cNvSpPr>
          <p:nvPr/>
        </p:nvSpPr>
        <p:spPr>
          <a:xfrm>
            <a:off x="342900" y="242887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461A1D1-AEE2-499C-9F07-C942C8554903}"/>
              </a:ext>
            </a:extLst>
          </p:cNvPr>
          <p:cNvSpPr>
            <a:spLocks noGrp="1"/>
          </p:cNvSpPr>
          <p:nvPr/>
        </p:nvSpPr>
        <p:spPr>
          <a:xfrm>
            <a:off x="371475" y="244030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11月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C6583B-59A5-4104-A220-CACFDFE10819}"/>
              </a:ext>
            </a:extLst>
          </p:cNvPr>
          <p:cNvSpPr>
            <a:spLocks noGrp="1"/>
          </p:cNvSpPr>
          <p:nvPr/>
        </p:nvSpPr>
        <p:spPr>
          <a:xfrm>
            <a:off x="1143000" y="242887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2CA4FD4-0A67-4775-B15C-734043C00182}"/>
              </a:ext>
            </a:extLst>
          </p:cNvPr>
          <p:cNvSpPr>
            <a:spLocks noGrp="1"/>
          </p:cNvSpPr>
          <p:nvPr/>
        </p:nvSpPr>
        <p:spPr>
          <a:xfrm>
            <a:off x="1171575" y="244030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8741D0-E091-4759-B3B1-1569F6F00666}"/>
              </a:ext>
            </a:extLst>
          </p:cNvPr>
          <p:cNvSpPr>
            <a:spLocks noGrp="1"/>
          </p:cNvSpPr>
          <p:nvPr/>
        </p:nvSpPr>
        <p:spPr>
          <a:xfrm>
            <a:off x="2223135" y="242887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D4028FD-8543-4D30-8D9B-C053C6F19188}"/>
              </a:ext>
            </a:extLst>
          </p:cNvPr>
          <p:cNvSpPr>
            <a:spLocks noGrp="1"/>
          </p:cNvSpPr>
          <p:nvPr/>
        </p:nvSpPr>
        <p:spPr>
          <a:xfrm>
            <a:off x="2251710" y="244030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F88D06-7EBE-4490-ACA6-28F4BA41392F}"/>
              </a:ext>
            </a:extLst>
          </p:cNvPr>
          <p:cNvSpPr>
            <a:spLocks noGrp="1"/>
          </p:cNvSpPr>
          <p:nvPr/>
        </p:nvSpPr>
        <p:spPr>
          <a:xfrm>
            <a:off x="3303270" y="242887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404B226-CAF9-4A22-B619-494F70317ADD}"/>
              </a:ext>
            </a:extLst>
          </p:cNvPr>
          <p:cNvSpPr>
            <a:spLocks noGrp="1"/>
          </p:cNvSpPr>
          <p:nvPr/>
        </p:nvSpPr>
        <p:spPr>
          <a:xfrm>
            <a:off x="3331845" y="244030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5F92EA2-FAFC-4B61-9727-158723E84A9D}"/>
              </a:ext>
            </a:extLst>
          </p:cNvPr>
          <p:cNvSpPr>
            <a:spLocks noGrp="1"/>
          </p:cNvSpPr>
          <p:nvPr/>
        </p:nvSpPr>
        <p:spPr>
          <a:xfrm>
            <a:off x="342900" y="263461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791793B-8F61-4C34-9423-7505C498FC0C}"/>
              </a:ext>
            </a:extLst>
          </p:cNvPr>
          <p:cNvSpPr>
            <a:spLocks noGrp="1"/>
          </p:cNvSpPr>
          <p:nvPr/>
        </p:nvSpPr>
        <p:spPr>
          <a:xfrm>
            <a:off x="342900" y="264033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637B7E1-773B-4EC5-9B52-44CC08456FA3}"/>
              </a:ext>
            </a:extLst>
          </p:cNvPr>
          <p:cNvSpPr>
            <a:spLocks noGrp="1"/>
          </p:cNvSpPr>
          <p:nvPr/>
        </p:nvSpPr>
        <p:spPr>
          <a:xfrm>
            <a:off x="371475" y="265176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A1DE83-2650-4B3F-BDA2-782E8CF471BF}"/>
              </a:ext>
            </a:extLst>
          </p:cNvPr>
          <p:cNvSpPr>
            <a:spLocks noGrp="1"/>
          </p:cNvSpPr>
          <p:nvPr/>
        </p:nvSpPr>
        <p:spPr>
          <a:xfrm>
            <a:off x="1143000" y="264033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EEF4EF-906B-40A7-B196-089407279F88}"/>
              </a:ext>
            </a:extLst>
          </p:cNvPr>
          <p:cNvSpPr>
            <a:spLocks noGrp="1"/>
          </p:cNvSpPr>
          <p:nvPr/>
        </p:nvSpPr>
        <p:spPr>
          <a:xfrm>
            <a:off x="1171575" y="265176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EBD07D4-402B-4DAF-8DAA-E8313D4119F9}"/>
              </a:ext>
            </a:extLst>
          </p:cNvPr>
          <p:cNvSpPr>
            <a:spLocks noGrp="1"/>
          </p:cNvSpPr>
          <p:nvPr/>
        </p:nvSpPr>
        <p:spPr>
          <a:xfrm>
            <a:off x="2223135" y="264033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559C85-54B0-4700-A7BB-23387032AB11}"/>
              </a:ext>
            </a:extLst>
          </p:cNvPr>
          <p:cNvSpPr>
            <a:spLocks noGrp="1"/>
          </p:cNvSpPr>
          <p:nvPr/>
        </p:nvSpPr>
        <p:spPr>
          <a:xfrm>
            <a:off x="2251710" y="265176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83E27E2-5EC5-48B4-98F1-D9E3312F2F5A}"/>
              </a:ext>
            </a:extLst>
          </p:cNvPr>
          <p:cNvSpPr>
            <a:spLocks noGrp="1"/>
          </p:cNvSpPr>
          <p:nvPr/>
        </p:nvSpPr>
        <p:spPr>
          <a:xfrm>
            <a:off x="3303270" y="264033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DFA95AA-61A6-45E1-A0A4-5DE61213D5BA}"/>
              </a:ext>
            </a:extLst>
          </p:cNvPr>
          <p:cNvSpPr>
            <a:spLocks noGrp="1"/>
          </p:cNvSpPr>
          <p:nvPr/>
        </p:nvSpPr>
        <p:spPr>
          <a:xfrm>
            <a:off x="3331845" y="265176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23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DFA68D5-996E-4568-8DC2-9EA9ABC7B354}"/>
              </a:ext>
            </a:extLst>
          </p:cNvPr>
          <p:cNvSpPr>
            <a:spLocks noGrp="1"/>
          </p:cNvSpPr>
          <p:nvPr/>
        </p:nvSpPr>
        <p:spPr>
          <a:xfrm>
            <a:off x="342900" y="284607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3E1CD78-7525-49F4-B084-F3689D525A68}"/>
              </a:ext>
            </a:extLst>
          </p:cNvPr>
          <p:cNvSpPr>
            <a:spLocks noGrp="1"/>
          </p:cNvSpPr>
          <p:nvPr/>
        </p:nvSpPr>
        <p:spPr>
          <a:xfrm>
            <a:off x="342900" y="285178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01B5D8D-5440-446E-BED2-E2DA7E35FDBE}"/>
              </a:ext>
            </a:extLst>
          </p:cNvPr>
          <p:cNvSpPr>
            <a:spLocks noGrp="1"/>
          </p:cNvSpPr>
          <p:nvPr/>
        </p:nvSpPr>
        <p:spPr>
          <a:xfrm>
            <a:off x="371475" y="286321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B4B38E6-A7B8-4EF2-8E97-15871487E897}"/>
              </a:ext>
            </a:extLst>
          </p:cNvPr>
          <p:cNvSpPr>
            <a:spLocks noGrp="1"/>
          </p:cNvSpPr>
          <p:nvPr/>
        </p:nvSpPr>
        <p:spPr>
          <a:xfrm>
            <a:off x="1143000" y="285178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26D784F-CF2D-4E97-BE07-25433DC555F0}"/>
              </a:ext>
            </a:extLst>
          </p:cNvPr>
          <p:cNvSpPr>
            <a:spLocks noGrp="1"/>
          </p:cNvSpPr>
          <p:nvPr/>
        </p:nvSpPr>
        <p:spPr>
          <a:xfrm>
            <a:off x="1171575" y="286321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34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27A1F60-E638-4B39-A8F7-A5912BB8D85A}"/>
              </a:ext>
            </a:extLst>
          </p:cNvPr>
          <p:cNvSpPr>
            <a:spLocks noGrp="1"/>
          </p:cNvSpPr>
          <p:nvPr/>
        </p:nvSpPr>
        <p:spPr>
          <a:xfrm>
            <a:off x="2223135" y="285178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65BC692-C16B-4F50-BF16-D7A4E661C1AA}"/>
              </a:ext>
            </a:extLst>
          </p:cNvPr>
          <p:cNvSpPr>
            <a:spLocks noGrp="1"/>
          </p:cNvSpPr>
          <p:nvPr/>
        </p:nvSpPr>
        <p:spPr>
          <a:xfrm>
            <a:off x="2251710" y="286321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15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BFB21D3-A518-425E-943E-4865FF89A804}"/>
              </a:ext>
            </a:extLst>
          </p:cNvPr>
          <p:cNvSpPr>
            <a:spLocks noGrp="1"/>
          </p:cNvSpPr>
          <p:nvPr/>
        </p:nvSpPr>
        <p:spPr>
          <a:xfrm>
            <a:off x="3303270" y="285178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8BA58D4-C623-4C8D-8B74-FD0100F10897}"/>
              </a:ext>
            </a:extLst>
          </p:cNvPr>
          <p:cNvSpPr>
            <a:spLocks noGrp="1"/>
          </p:cNvSpPr>
          <p:nvPr/>
        </p:nvSpPr>
        <p:spPr>
          <a:xfrm>
            <a:off x="3331845" y="286321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C7587F2-C700-4A8A-AA58-FB1E2C722968}"/>
              </a:ext>
            </a:extLst>
          </p:cNvPr>
          <p:cNvSpPr>
            <a:spLocks noGrp="1"/>
          </p:cNvSpPr>
          <p:nvPr/>
        </p:nvSpPr>
        <p:spPr>
          <a:xfrm>
            <a:off x="342900" y="305752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61A2C28-0E14-4876-837E-88B22229459F}"/>
              </a:ext>
            </a:extLst>
          </p:cNvPr>
          <p:cNvSpPr>
            <a:spLocks noGrp="1"/>
          </p:cNvSpPr>
          <p:nvPr/>
        </p:nvSpPr>
        <p:spPr>
          <a:xfrm>
            <a:off x="342900" y="306324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17E84DC-3043-47FE-833C-D87FC768FAA1}"/>
              </a:ext>
            </a:extLst>
          </p:cNvPr>
          <p:cNvSpPr>
            <a:spLocks noGrp="1"/>
          </p:cNvSpPr>
          <p:nvPr/>
        </p:nvSpPr>
        <p:spPr>
          <a:xfrm>
            <a:off x="371475" y="307467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12月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6A44BF8-BF76-4824-B623-3CF2C8842E23}"/>
              </a:ext>
            </a:extLst>
          </p:cNvPr>
          <p:cNvSpPr>
            <a:spLocks noGrp="1"/>
          </p:cNvSpPr>
          <p:nvPr/>
        </p:nvSpPr>
        <p:spPr>
          <a:xfrm>
            <a:off x="1143000" y="306324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EE5571B-E31F-4CB4-8EE7-F1A74BC93F2E}"/>
              </a:ext>
            </a:extLst>
          </p:cNvPr>
          <p:cNvSpPr>
            <a:spLocks noGrp="1"/>
          </p:cNvSpPr>
          <p:nvPr/>
        </p:nvSpPr>
        <p:spPr>
          <a:xfrm>
            <a:off x="1171575" y="307467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F65009C-DCB9-4E5C-BDAF-B948BAB77061}"/>
              </a:ext>
            </a:extLst>
          </p:cNvPr>
          <p:cNvSpPr>
            <a:spLocks noGrp="1"/>
          </p:cNvSpPr>
          <p:nvPr/>
        </p:nvSpPr>
        <p:spPr>
          <a:xfrm>
            <a:off x="2223135" y="306324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F363205-9F59-417A-A36F-AA6B48DC3F86}"/>
              </a:ext>
            </a:extLst>
          </p:cNvPr>
          <p:cNvSpPr>
            <a:spLocks noGrp="1"/>
          </p:cNvSpPr>
          <p:nvPr/>
        </p:nvSpPr>
        <p:spPr>
          <a:xfrm>
            <a:off x="2251710" y="307467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A60FE10-E955-411A-AB8D-BEE4B8AEA9EB}"/>
              </a:ext>
            </a:extLst>
          </p:cNvPr>
          <p:cNvSpPr>
            <a:spLocks noGrp="1"/>
          </p:cNvSpPr>
          <p:nvPr/>
        </p:nvSpPr>
        <p:spPr>
          <a:xfrm>
            <a:off x="3303270" y="306324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065E262-AF8D-45B3-9A05-A30ABE05376A}"/>
              </a:ext>
            </a:extLst>
          </p:cNvPr>
          <p:cNvSpPr>
            <a:spLocks noGrp="1"/>
          </p:cNvSpPr>
          <p:nvPr/>
        </p:nvSpPr>
        <p:spPr>
          <a:xfrm>
            <a:off x="3331845" y="307467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3FA51F9-1837-4CB9-A647-B8CA83618D3E}"/>
              </a:ext>
            </a:extLst>
          </p:cNvPr>
          <p:cNvSpPr>
            <a:spLocks noGrp="1"/>
          </p:cNvSpPr>
          <p:nvPr/>
        </p:nvSpPr>
        <p:spPr>
          <a:xfrm>
            <a:off x="342900" y="326898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A274471-10C7-4A71-8BDE-EE8095BD4BFE}"/>
              </a:ext>
            </a:extLst>
          </p:cNvPr>
          <p:cNvSpPr>
            <a:spLocks noGrp="1"/>
          </p:cNvSpPr>
          <p:nvPr/>
        </p:nvSpPr>
        <p:spPr>
          <a:xfrm>
            <a:off x="342900" y="327469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89F26E4-42DA-4A6D-A592-7AB81B004212}"/>
              </a:ext>
            </a:extLst>
          </p:cNvPr>
          <p:cNvSpPr>
            <a:spLocks noGrp="1"/>
          </p:cNvSpPr>
          <p:nvPr/>
        </p:nvSpPr>
        <p:spPr>
          <a:xfrm>
            <a:off x="371475" y="328612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1月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57C7260-95D0-4EF5-B195-A5662A2D0C87}"/>
              </a:ext>
            </a:extLst>
          </p:cNvPr>
          <p:cNvSpPr>
            <a:spLocks noGrp="1"/>
          </p:cNvSpPr>
          <p:nvPr/>
        </p:nvSpPr>
        <p:spPr>
          <a:xfrm>
            <a:off x="1143000" y="327469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FA41068-362A-4E60-84F0-8227902FFD96}"/>
              </a:ext>
            </a:extLst>
          </p:cNvPr>
          <p:cNvSpPr>
            <a:spLocks noGrp="1"/>
          </p:cNvSpPr>
          <p:nvPr/>
        </p:nvSpPr>
        <p:spPr>
          <a:xfrm>
            <a:off x="1171575" y="328612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32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C9E2C4A-69EE-45DE-BFE5-53F770A0B9F9}"/>
              </a:ext>
            </a:extLst>
          </p:cNvPr>
          <p:cNvSpPr>
            <a:spLocks noGrp="1"/>
          </p:cNvSpPr>
          <p:nvPr/>
        </p:nvSpPr>
        <p:spPr>
          <a:xfrm>
            <a:off x="2223135" y="327469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0620442-C483-4AC3-BAC3-714DC09092FE}"/>
              </a:ext>
            </a:extLst>
          </p:cNvPr>
          <p:cNvSpPr>
            <a:spLocks noGrp="1"/>
          </p:cNvSpPr>
          <p:nvPr/>
        </p:nvSpPr>
        <p:spPr>
          <a:xfrm>
            <a:off x="2251710" y="328612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26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4A12180-584C-42F2-A047-83DA233DD725}"/>
              </a:ext>
            </a:extLst>
          </p:cNvPr>
          <p:cNvSpPr>
            <a:spLocks noGrp="1"/>
          </p:cNvSpPr>
          <p:nvPr/>
        </p:nvSpPr>
        <p:spPr>
          <a:xfrm>
            <a:off x="3303270" y="327469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0D5FEF8-E6ED-40EB-8043-2BDB6B579CC1}"/>
              </a:ext>
            </a:extLst>
          </p:cNvPr>
          <p:cNvSpPr>
            <a:spLocks noGrp="1"/>
          </p:cNvSpPr>
          <p:nvPr/>
        </p:nvSpPr>
        <p:spPr>
          <a:xfrm>
            <a:off x="3331845" y="328612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425F97D-D1D2-4C2D-A6BD-B5E67EF10620}"/>
              </a:ext>
            </a:extLst>
          </p:cNvPr>
          <p:cNvSpPr>
            <a:spLocks noGrp="1"/>
          </p:cNvSpPr>
          <p:nvPr/>
        </p:nvSpPr>
        <p:spPr>
          <a:xfrm>
            <a:off x="342900" y="348043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A9ABEEC-946A-4278-B8A8-84067595094A}"/>
              </a:ext>
            </a:extLst>
          </p:cNvPr>
          <p:cNvSpPr>
            <a:spLocks noGrp="1"/>
          </p:cNvSpPr>
          <p:nvPr/>
        </p:nvSpPr>
        <p:spPr>
          <a:xfrm>
            <a:off x="342900" y="348615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8D65DC7-FDDB-43CB-B917-FF961DACC14D}"/>
              </a:ext>
            </a:extLst>
          </p:cNvPr>
          <p:cNvSpPr>
            <a:spLocks noGrp="1"/>
          </p:cNvSpPr>
          <p:nvPr/>
        </p:nvSpPr>
        <p:spPr>
          <a:xfrm>
            <a:off x="371475" y="349758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3月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537094A-4B11-45EC-AE6D-5ACEBCF9CD25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9C0DBEC-FE7F-47F3-BD84-75A630B72146}"/>
              </a:ext>
            </a:extLst>
          </p:cNvPr>
          <p:cNvSpPr>
            <a:spLocks noGrp="1"/>
          </p:cNvSpPr>
          <p:nvPr/>
        </p:nvSpPr>
        <p:spPr>
          <a:xfrm>
            <a:off x="1171575" y="349758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30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6A11845-4159-4BCA-8392-371D90E7426A}"/>
              </a:ext>
            </a:extLst>
          </p:cNvPr>
          <p:cNvSpPr>
            <a:spLocks noGrp="1"/>
          </p:cNvSpPr>
          <p:nvPr/>
        </p:nvSpPr>
        <p:spPr>
          <a:xfrm>
            <a:off x="2223135" y="348615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08B38BC-E81D-4A16-8263-5472FE6E373B}"/>
              </a:ext>
            </a:extLst>
          </p:cNvPr>
          <p:cNvSpPr>
            <a:spLocks noGrp="1"/>
          </p:cNvSpPr>
          <p:nvPr/>
        </p:nvSpPr>
        <p:spPr>
          <a:xfrm>
            <a:off x="2251710" y="349758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26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E44B04D-A046-4ED1-A156-B0B157A1A611}"/>
              </a:ext>
            </a:extLst>
          </p:cNvPr>
          <p:cNvSpPr>
            <a:spLocks noGrp="1"/>
          </p:cNvSpPr>
          <p:nvPr/>
        </p:nvSpPr>
        <p:spPr>
          <a:xfrm>
            <a:off x="3303270" y="348615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119FA21-F0CD-436E-A9F2-DD6B61010E7F}"/>
              </a:ext>
            </a:extLst>
          </p:cNvPr>
          <p:cNvSpPr>
            <a:spLocks noGrp="1"/>
          </p:cNvSpPr>
          <p:nvPr/>
        </p:nvSpPr>
        <p:spPr>
          <a:xfrm>
            <a:off x="3331845" y="349758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67EF5C1C-61C8-400F-BD3F-C635FB5EDE58}"/>
              </a:ext>
            </a:extLst>
          </p:cNvPr>
          <p:cNvSpPr>
            <a:spLocks noGrp="1"/>
          </p:cNvSpPr>
          <p:nvPr/>
        </p:nvSpPr>
        <p:spPr>
          <a:xfrm>
            <a:off x="342900" y="369189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328D276-9992-42A6-B96B-A7D50223F367}"/>
              </a:ext>
            </a:extLst>
          </p:cNvPr>
          <p:cNvSpPr>
            <a:spLocks noGrp="1"/>
          </p:cNvSpPr>
          <p:nvPr/>
        </p:nvSpPr>
        <p:spPr>
          <a:xfrm>
            <a:off x="342900" y="369760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4D41383-23C9-4F91-8C14-D7A15A6F8D6D}"/>
              </a:ext>
            </a:extLst>
          </p:cNvPr>
          <p:cNvSpPr>
            <a:spLocks noGrp="1"/>
          </p:cNvSpPr>
          <p:nvPr/>
        </p:nvSpPr>
        <p:spPr>
          <a:xfrm>
            <a:off x="371475" y="370903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4月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40AEF42D-807A-4096-A8CE-99BAC6257FEC}"/>
              </a:ext>
            </a:extLst>
          </p:cNvPr>
          <p:cNvSpPr>
            <a:spLocks noGrp="1"/>
          </p:cNvSpPr>
          <p:nvPr/>
        </p:nvSpPr>
        <p:spPr>
          <a:xfrm>
            <a:off x="1143000" y="369760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F122599-0AC3-417E-BAFA-A20B306F94EB}"/>
              </a:ext>
            </a:extLst>
          </p:cNvPr>
          <p:cNvSpPr>
            <a:spLocks noGrp="1"/>
          </p:cNvSpPr>
          <p:nvPr/>
        </p:nvSpPr>
        <p:spPr>
          <a:xfrm>
            <a:off x="1171575" y="370903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57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BD132662-AC6F-422C-B915-951E60D84CC3}"/>
              </a:ext>
            </a:extLst>
          </p:cNvPr>
          <p:cNvSpPr>
            <a:spLocks noGrp="1"/>
          </p:cNvSpPr>
          <p:nvPr/>
        </p:nvSpPr>
        <p:spPr>
          <a:xfrm>
            <a:off x="2223135" y="369760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487D93C-9DEA-4808-9F96-A3F396C615F5}"/>
              </a:ext>
            </a:extLst>
          </p:cNvPr>
          <p:cNvSpPr>
            <a:spLocks noGrp="1"/>
          </p:cNvSpPr>
          <p:nvPr/>
        </p:nvSpPr>
        <p:spPr>
          <a:xfrm>
            <a:off x="2251710" y="370903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95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13FE6FD-C41D-4FC3-AD2F-D0026235E79D}"/>
              </a:ext>
            </a:extLst>
          </p:cNvPr>
          <p:cNvSpPr>
            <a:spLocks noGrp="1"/>
          </p:cNvSpPr>
          <p:nvPr/>
        </p:nvSpPr>
        <p:spPr>
          <a:xfrm>
            <a:off x="3303270" y="369760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B7C7F21-D289-489E-93CF-B93CD69EF59B}"/>
              </a:ext>
            </a:extLst>
          </p:cNvPr>
          <p:cNvSpPr>
            <a:spLocks noGrp="1"/>
          </p:cNvSpPr>
          <p:nvPr/>
        </p:nvSpPr>
        <p:spPr>
          <a:xfrm>
            <a:off x="3331845" y="370903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1072CDA5-04FF-493C-BDD8-85B60C4DA5A1}"/>
              </a:ext>
            </a:extLst>
          </p:cNvPr>
          <p:cNvSpPr>
            <a:spLocks noGrp="1"/>
          </p:cNvSpPr>
          <p:nvPr/>
        </p:nvSpPr>
        <p:spPr>
          <a:xfrm>
            <a:off x="342900" y="390334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0E85393-0385-466D-969D-B53584A9C0A8}"/>
              </a:ext>
            </a:extLst>
          </p:cNvPr>
          <p:cNvSpPr>
            <a:spLocks noGrp="1"/>
          </p:cNvSpPr>
          <p:nvPr/>
        </p:nvSpPr>
        <p:spPr>
          <a:xfrm>
            <a:off x="342900" y="390906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6E5C351-8FC7-474F-932B-2949EC18D745}"/>
              </a:ext>
            </a:extLst>
          </p:cNvPr>
          <p:cNvSpPr>
            <a:spLocks noGrp="1"/>
          </p:cNvSpPr>
          <p:nvPr/>
        </p:nvSpPr>
        <p:spPr>
          <a:xfrm>
            <a:off x="371475" y="392049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5月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0CA7621-698B-4CBB-A51B-655B86108D16}"/>
              </a:ext>
            </a:extLst>
          </p:cNvPr>
          <p:cNvSpPr>
            <a:spLocks noGrp="1"/>
          </p:cNvSpPr>
          <p:nvPr/>
        </p:nvSpPr>
        <p:spPr>
          <a:xfrm>
            <a:off x="1143000" y="390906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CBB8665F-427A-4AB8-BB2B-12584C2C0D04}"/>
              </a:ext>
            </a:extLst>
          </p:cNvPr>
          <p:cNvSpPr>
            <a:spLocks noGrp="1"/>
          </p:cNvSpPr>
          <p:nvPr/>
        </p:nvSpPr>
        <p:spPr>
          <a:xfrm>
            <a:off x="1171575" y="392049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105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46837B5-BC3D-40BC-B4EE-8E9340BC997A}"/>
              </a:ext>
            </a:extLst>
          </p:cNvPr>
          <p:cNvSpPr>
            <a:spLocks noGrp="1"/>
          </p:cNvSpPr>
          <p:nvPr/>
        </p:nvSpPr>
        <p:spPr>
          <a:xfrm>
            <a:off x="2223135" y="390906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356BD61-7BFB-4059-B308-2E299B45169E}"/>
              </a:ext>
            </a:extLst>
          </p:cNvPr>
          <p:cNvSpPr>
            <a:spLocks noGrp="1"/>
          </p:cNvSpPr>
          <p:nvPr/>
        </p:nvSpPr>
        <p:spPr>
          <a:xfrm>
            <a:off x="2251710" y="392049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200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100AC2B-9C8E-4983-B565-E7CB0D1ADD66}"/>
              </a:ext>
            </a:extLst>
          </p:cNvPr>
          <p:cNvSpPr>
            <a:spLocks noGrp="1"/>
          </p:cNvSpPr>
          <p:nvPr/>
        </p:nvSpPr>
        <p:spPr>
          <a:xfrm>
            <a:off x="3303270" y="390906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6C3BACB-F5A2-44E6-9E09-5AB4ECBE0649}"/>
              </a:ext>
            </a:extLst>
          </p:cNvPr>
          <p:cNvSpPr>
            <a:spLocks noGrp="1"/>
          </p:cNvSpPr>
          <p:nvPr/>
        </p:nvSpPr>
        <p:spPr>
          <a:xfrm>
            <a:off x="3331845" y="392049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CB3FEFA-008C-47CE-844B-1C949871DB41}"/>
              </a:ext>
            </a:extLst>
          </p:cNvPr>
          <p:cNvSpPr>
            <a:spLocks noGrp="1"/>
          </p:cNvSpPr>
          <p:nvPr/>
        </p:nvSpPr>
        <p:spPr>
          <a:xfrm>
            <a:off x="342900" y="411480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DFD442F-C7B7-4577-8953-A9EBC4782489}"/>
              </a:ext>
            </a:extLst>
          </p:cNvPr>
          <p:cNvSpPr>
            <a:spLocks noGrp="1"/>
          </p:cNvSpPr>
          <p:nvPr/>
        </p:nvSpPr>
        <p:spPr>
          <a:xfrm>
            <a:off x="342900" y="412051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D63F659-F275-4155-A219-BFFFBF742FB5}"/>
              </a:ext>
            </a:extLst>
          </p:cNvPr>
          <p:cNvSpPr>
            <a:spLocks noGrp="1"/>
          </p:cNvSpPr>
          <p:nvPr/>
        </p:nvSpPr>
        <p:spPr>
          <a:xfrm>
            <a:off x="371475" y="413194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6月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02078ADD-0E54-47CC-8545-0F0777AF5D63}"/>
              </a:ext>
            </a:extLst>
          </p:cNvPr>
          <p:cNvSpPr>
            <a:spLocks noGrp="1"/>
          </p:cNvSpPr>
          <p:nvPr/>
        </p:nvSpPr>
        <p:spPr>
          <a:xfrm>
            <a:off x="1143000" y="412051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D2355D5-36FA-448B-ACA2-A6E723645963}"/>
              </a:ext>
            </a:extLst>
          </p:cNvPr>
          <p:cNvSpPr>
            <a:spLocks noGrp="1"/>
          </p:cNvSpPr>
          <p:nvPr/>
        </p:nvSpPr>
        <p:spPr>
          <a:xfrm>
            <a:off x="1171575" y="413194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72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84BAABF0-47B9-4ECB-B65F-CE59729211C7}"/>
              </a:ext>
            </a:extLst>
          </p:cNvPr>
          <p:cNvSpPr>
            <a:spLocks noGrp="1"/>
          </p:cNvSpPr>
          <p:nvPr/>
        </p:nvSpPr>
        <p:spPr>
          <a:xfrm>
            <a:off x="2223135" y="412051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324A01F-770E-43C9-A732-177D3B063E95}"/>
              </a:ext>
            </a:extLst>
          </p:cNvPr>
          <p:cNvSpPr>
            <a:spLocks noGrp="1"/>
          </p:cNvSpPr>
          <p:nvPr/>
        </p:nvSpPr>
        <p:spPr>
          <a:xfrm>
            <a:off x="2251710" y="413194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106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15928878-29BD-487C-ABC2-F81535E68316}"/>
              </a:ext>
            </a:extLst>
          </p:cNvPr>
          <p:cNvSpPr>
            <a:spLocks noGrp="1"/>
          </p:cNvSpPr>
          <p:nvPr/>
        </p:nvSpPr>
        <p:spPr>
          <a:xfrm>
            <a:off x="3303270" y="412051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CE64997-7C8E-4B0C-97E3-274AA1C0C437}"/>
              </a:ext>
            </a:extLst>
          </p:cNvPr>
          <p:cNvSpPr>
            <a:spLocks noGrp="1"/>
          </p:cNvSpPr>
          <p:nvPr/>
        </p:nvSpPr>
        <p:spPr>
          <a:xfrm>
            <a:off x="3331845" y="413194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30AFB948-98FB-46FB-B160-10ABF8AE1BD5}"/>
              </a:ext>
            </a:extLst>
          </p:cNvPr>
          <p:cNvSpPr>
            <a:spLocks noGrp="1"/>
          </p:cNvSpPr>
          <p:nvPr/>
        </p:nvSpPr>
        <p:spPr>
          <a:xfrm>
            <a:off x="342900" y="432625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2896062-7CEB-4A52-AF68-FCD973E2FC7B}"/>
              </a:ext>
            </a:extLst>
          </p:cNvPr>
          <p:cNvSpPr>
            <a:spLocks noGrp="1"/>
          </p:cNvSpPr>
          <p:nvPr/>
        </p:nvSpPr>
        <p:spPr>
          <a:xfrm>
            <a:off x="342900" y="433197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53C6B6AC-7859-463A-87C8-08F664CD7777}"/>
              </a:ext>
            </a:extLst>
          </p:cNvPr>
          <p:cNvSpPr>
            <a:spLocks noGrp="1"/>
          </p:cNvSpPr>
          <p:nvPr/>
        </p:nvSpPr>
        <p:spPr>
          <a:xfrm>
            <a:off x="371475" y="434340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7月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E80DACB-629A-4123-A25B-72DB74283F2A}"/>
              </a:ext>
            </a:extLst>
          </p:cNvPr>
          <p:cNvSpPr>
            <a:spLocks noGrp="1"/>
          </p:cNvSpPr>
          <p:nvPr/>
        </p:nvSpPr>
        <p:spPr>
          <a:xfrm>
            <a:off x="1143000" y="433197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CE65648-37A7-4C9A-947D-9170FD4FAE74}"/>
              </a:ext>
            </a:extLst>
          </p:cNvPr>
          <p:cNvSpPr>
            <a:spLocks noGrp="1"/>
          </p:cNvSpPr>
          <p:nvPr/>
        </p:nvSpPr>
        <p:spPr>
          <a:xfrm>
            <a:off x="1171575" y="434340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80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4E5B8CE-CC46-48C0-80C6-0A2A186ADC8C}"/>
              </a:ext>
            </a:extLst>
          </p:cNvPr>
          <p:cNvSpPr>
            <a:spLocks noGrp="1"/>
          </p:cNvSpPr>
          <p:nvPr/>
        </p:nvSpPr>
        <p:spPr>
          <a:xfrm>
            <a:off x="2223135" y="433197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2F28354-7ACB-4BBD-A811-4F316E485EB5}"/>
              </a:ext>
            </a:extLst>
          </p:cNvPr>
          <p:cNvSpPr>
            <a:spLocks noGrp="1"/>
          </p:cNvSpPr>
          <p:nvPr/>
        </p:nvSpPr>
        <p:spPr>
          <a:xfrm>
            <a:off x="2251710" y="434340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98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B8F798B-4CD8-4E69-BB3D-2B415DC0ECE0}"/>
              </a:ext>
            </a:extLst>
          </p:cNvPr>
          <p:cNvSpPr>
            <a:spLocks noGrp="1"/>
          </p:cNvSpPr>
          <p:nvPr/>
        </p:nvSpPr>
        <p:spPr>
          <a:xfrm>
            <a:off x="3303270" y="433197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FCAF8DE4-CD40-42B3-9BDA-15EC81F4ECB8}"/>
              </a:ext>
            </a:extLst>
          </p:cNvPr>
          <p:cNvSpPr>
            <a:spLocks noGrp="1"/>
          </p:cNvSpPr>
          <p:nvPr/>
        </p:nvSpPr>
        <p:spPr>
          <a:xfrm>
            <a:off x="3331845" y="434340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25AD4B6-F12F-4863-9782-A636A907047D}"/>
              </a:ext>
            </a:extLst>
          </p:cNvPr>
          <p:cNvSpPr>
            <a:spLocks noGrp="1"/>
          </p:cNvSpPr>
          <p:nvPr/>
        </p:nvSpPr>
        <p:spPr>
          <a:xfrm>
            <a:off x="342900" y="453771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25D72BA-59D1-44F3-A4DC-5A9D78725E48}"/>
              </a:ext>
            </a:extLst>
          </p:cNvPr>
          <p:cNvSpPr>
            <a:spLocks noGrp="1"/>
          </p:cNvSpPr>
          <p:nvPr/>
        </p:nvSpPr>
        <p:spPr>
          <a:xfrm>
            <a:off x="4800600" y="1508760"/>
            <a:ext cx="4000500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/>
              <a:t>P90 大风：按缺口排序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7217BC59-98D5-4411-8755-6A9054AB607B}"/>
              </a:ext>
            </a:extLst>
          </p:cNvPr>
          <p:cNvSpPr>
            <a:spLocks noGrp="1"/>
          </p:cNvSpPr>
          <p:nvPr/>
        </p:nvSpPr>
        <p:spPr>
          <a:xfrm>
            <a:off x="4800600" y="1794510"/>
            <a:ext cx="800100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7D0DF00-0C9C-4B30-8FEC-427A94AFF34F}"/>
              </a:ext>
            </a:extLst>
          </p:cNvPr>
          <p:cNvSpPr>
            <a:spLocks noGrp="1"/>
          </p:cNvSpPr>
          <p:nvPr/>
        </p:nvSpPr>
        <p:spPr>
          <a:xfrm>
            <a:off x="4829175" y="180594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月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6438E2C-C01D-4CE0-A935-020CE1D9EFE8}"/>
              </a:ext>
            </a:extLst>
          </p:cNvPr>
          <p:cNvSpPr>
            <a:spLocks noGrp="1"/>
          </p:cNvSpPr>
          <p:nvPr/>
        </p:nvSpPr>
        <p:spPr>
          <a:xfrm>
            <a:off x="5600700" y="1794510"/>
            <a:ext cx="1080135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83017D6-719A-4FC7-A287-83DDA88B40DC}"/>
              </a:ext>
            </a:extLst>
          </p:cNvPr>
          <p:cNvSpPr>
            <a:spLocks noGrp="1"/>
          </p:cNvSpPr>
          <p:nvPr/>
        </p:nvSpPr>
        <p:spPr>
          <a:xfrm>
            <a:off x="5629275" y="180594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目标 h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BCC6D8C3-86B1-408E-B5C7-6FC4337B07DA}"/>
              </a:ext>
            </a:extLst>
          </p:cNvPr>
          <p:cNvSpPr>
            <a:spLocks noGrp="1"/>
          </p:cNvSpPr>
          <p:nvPr/>
        </p:nvSpPr>
        <p:spPr>
          <a:xfrm>
            <a:off x="6680835" y="1794510"/>
            <a:ext cx="1080135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6BF12AFF-E753-406C-982E-3CCE1A6CB8D5}"/>
              </a:ext>
            </a:extLst>
          </p:cNvPr>
          <p:cNvSpPr>
            <a:spLocks noGrp="1"/>
          </p:cNvSpPr>
          <p:nvPr/>
        </p:nvSpPr>
        <p:spPr>
          <a:xfrm>
            <a:off x="6709410" y="180594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已有 h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648F655-6701-4866-BB44-7631419CD0CF}"/>
              </a:ext>
            </a:extLst>
          </p:cNvPr>
          <p:cNvSpPr>
            <a:spLocks noGrp="1"/>
          </p:cNvSpPr>
          <p:nvPr/>
        </p:nvSpPr>
        <p:spPr>
          <a:xfrm>
            <a:off x="7760970" y="1794510"/>
            <a:ext cx="1040130" cy="21145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AF3249BD-BDC5-42BD-A9BC-8B323FF4CF65}"/>
              </a:ext>
            </a:extLst>
          </p:cNvPr>
          <p:cNvSpPr>
            <a:spLocks noGrp="1"/>
          </p:cNvSpPr>
          <p:nvPr/>
        </p:nvSpPr>
        <p:spPr>
          <a:xfrm>
            <a:off x="7789545" y="180594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正缺口 h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DB49013-CAF1-4942-A7E3-623025297091}"/>
              </a:ext>
            </a:extLst>
          </p:cNvPr>
          <p:cNvSpPr>
            <a:spLocks noGrp="1"/>
          </p:cNvSpPr>
          <p:nvPr/>
        </p:nvSpPr>
        <p:spPr>
          <a:xfrm>
            <a:off x="4800600" y="200596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AA7514E-6933-4211-9977-F04726EC5742}"/>
              </a:ext>
            </a:extLst>
          </p:cNvPr>
          <p:cNvSpPr>
            <a:spLocks noGrp="1"/>
          </p:cNvSpPr>
          <p:nvPr/>
        </p:nvSpPr>
        <p:spPr>
          <a:xfrm>
            <a:off x="4829175" y="201739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7月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DCF4D3B-C666-4B06-8C86-003754E7284A}"/>
              </a:ext>
            </a:extLst>
          </p:cNvPr>
          <p:cNvSpPr>
            <a:spLocks noGrp="1"/>
          </p:cNvSpPr>
          <p:nvPr/>
        </p:nvSpPr>
        <p:spPr>
          <a:xfrm>
            <a:off x="5600700" y="200596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17BAD00-98A8-444D-8945-96E025AE8179}"/>
              </a:ext>
            </a:extLst>
          </p:cNvPr>
          <p:cNvSpPr>
            <a:spLocks noGrp="1"/>
          </p:cNvSpPr>
          <p:nvPr/>
        </p:nvSpPr>
        <p:spPr>
          <a:xfrm>
            <a:off x="5629275" y="201739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47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E2583794-902F-4ED0-8EE1-199922266016}"/>
              </a:ext>
            </a:extLst>
          </p:cNvPr>
          <p:cNvSpPr>
            <a:spLocks noGrp="1"/>
          </p:cNvSpPr>
          <p:nvPr/>
        </p:nvSpPr>
        <p:spPr>
          <a:xfrm>
            <a:off x="6680835" y="200596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565254A-D94F-4558-B4D4-06089685ED08}"/>
              </a:ext>
            </a:extLst>
          </p:cNvPr>
          <p:cNvSpPr>
            <a:spLocks noGrp="1"/>
          </p:cNvSpPr>
          <p:nvPr/>
        </p:nvSpPr>
        <p:spPr>
          <a:xfrm>
            <a:off x="6709410" y="201739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1B721940-B09F-4C44-81C2-50AB83C181D9}"/>
              </a:ext>
            </a:extLst>
          </p:cNvPr>
          <p:cNvSpPr>
            <a:spLocks noGrp="1"/>
          </p:cNvSpPr>
          <p:nvPr/>
        </p:nvSpPr>
        <p:spPr>
          <a:xfrm>
            <a:off x="7760970" y="200596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8AEDF2B-1E28-48F0-BD6D-C106C0B65166}"/>
              </a:ext>
            </a:extLst>
          </p:cNvPr>
          <p:cNvSpPr>
            <a:spLocks noGrp="1"/>
          </p:cNvSpPr>
          <p:nvPr/>
        </p:nvSpPr>
        <p:spPr>
          <a:xfrm>
            <a:off x="7789545" y="201739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47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97A49E9C-363F-45AF-BFB9-D7D4D3576E96}"/>
              </a:ext>
            </a:extLst>
          </p:cNvPr>
          <p:cNvSpPr>
            <a:spLocks noGrp="1"/>
          </p:cNvSpPr>
          <p:nvPr/>
        </p:nvSpPr>
        <p:spPr>
          <a:xfrm>
            <a:off x="4800600" y="221170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09A55E6-27BE-463E-AF2D-5333F37A5385}"/>
              </a:ext>
            </a:extLst>
          </p:cNvPr>
          <p:cNvSpPr>
            <a:spLocks noGrp="1"/>
          </p:cNvSpPr>
          <p:nvPr/>
        </p:nvSpPr>
        <p:spPr>
          <a:xfrm>
            <a:off x="4800600" y="2217420"/>
            <a:ext cx="800100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0A321EE-4C06-4D75-A71B-A4F3A2682383}"/>
              </a:ext>
            </a:extLst>
          </p:cNvPr>
          <p:cNvSpPr>
            <a:spLocks noGrp="1"/>
          </p:cNvSpPr>
          <p:nvPr/>
        </p:nvSpPr>
        <p:spPr>
          <a:xfrm>
            <a:off x="4829175" y="222885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dirty="0"/>
              <a:t>9月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C024D10-C1BD-49A1-88E0-E88F64A8807D}"/>
              </a:ext>
            </a:extLst>
          </p:cNvPr>
          <p:cNvSpPr>
            <a:spLocks noGrp="1"/>
          </p:cNvSpPr>
          <p:nvPr/>
        </p:nvSpPr>
        <p:spPr>
          <a:xfrm>
            <a:off x="5600700" y="2217420"/>
            <a:ext cx="1080135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C849F0F1-3676-473A-950D-A93E43DF3728}"/>
              </a:ext>
            </a:extLst>
          </p:cNvPr>
          <p:cNvSpPr>
            <a:spLocks noGrp="1"/>
          </p:cNvSpPr>
          <p:nvPr/>
        </p:nvSpPr>
        <p:spPr>
          <a:xfrm>
            <a:off x="5629275" y="222885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59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9E6177C-F67C-4E16-A3DA-0C788320337E}"/>
              </a:ext>
            </a:extLst>
          </p:cNvPr>
          <p:cNvSpPr>
            <a:spLocks noGrp="1"/>
          </p:cNvSpPr>
          <p:nvPr/>
        </p:nvSpPr>
        <p:spPr>
          <a:xfrm>
            <a:off x="6680835" y="2217420"/>
            <a:ext cx="1080135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3C80DAC-F6F9-4ABD-93CE-15E8D36C964B}"/>
              </a:ext>
            </a:extLst>
          </p:cNvPr>
          <p:cNvSpPr>
            <a:spLocks noGrp="1"/>
          </p:cNvSpPr>
          <p:nvPr/>
        </p:nvSpPr>
        <p:spPr>
          <a:xfrm>
            <a:off x="6709410" y="222885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22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97798323-C00E-4843-A27D-C456B88E9A8E}"/>
              </a:ext>
            </a:extLst>
          </p:cNvPr>
          <p:cNvSpPr>
            <a:spLocks noGrp="1"/>
          </p:cNvSpPr>
          <p:nvPr/>
        </p:nvSpPr>
        <p:spPr>
          <a:xfrm>
            <a:off x="7760970" y="2217420"/>
            <a:ext cx="1040130" cy="211455"/>
          </a:xfrm>
          <a:prstGeom prst="rect">
            <a:avLst/>
          </a:prstGeom>
          <a:solidFill>
            <a:srgbClr val="FFF2DF"/>
          </a:solidFill>
          <a:ln w="0">
            <a:noFill/>
            <a:prstDash val="solid"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1EA4FEF-91F2-4D48-9053-2DCE1F267C5B}"/>
              </a:ext>
            </a:extLst>
          </p:cNvPr>
          <p:cNvSpPr>
            <a:spLocks noGrp="1"/>
          </p:cNvSpPr>
          <p:nvPr/>
        </p:nvSpPr>
        <p:spPr>
          <a:xfrm>
            <a:off x="7789545" y="222885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37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DEA2B5A-C014-4B62-839A-833844B98BD1}"/>
              </a:ext>
            </a:extLst>
          </p:cNvPr>
          <p:cNvSpPr>
            <a:spLocks noGrp="1"/>
          </p:cNvSpPr>
          <p:nvPr/>
        </p:nvSpPr>
        <p:spPr>
          <a:xfrm>
            <a:off x="4800600" y="242316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BB6563EE-D224-49A8-8AB3-CD421B3CE717}"/>
              </a:ext>
            </a:extLst>
          </p:cNvPr>
          <p:cNvSpPr>
            <a:spLocks noGrp="1"/>
          </p:cNvSpPr>
          <p:nvPr/>
        </p:nvSpPr>
        <p:spPr>
          <a:xfrm>
            <a:off x="4800600" y="242887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514AFA74-411B-46E6-8628-96C8EA667DAC}"/>
              </a:ext>
            </a:extLst>
          </p:cNvPr>
          <p:cNvSpPr>
            <a:spLocks noGrp="1"/>
          </p:cNvSpPr>
          <p:nvPr/>
        </p:nvSpPr>
        <p:spPr>
          <a:xfrm>
            <a:off x="4829175" y="244030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8月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6AD26222-4A56-4622-AB99-8EE46748F76B}"/>
              </a:ext>
            </a:extLst>
          </p:cNvPr>
          <p:cNvSpPr>
            <a:spLocks noGrp="1"/>
          </p:cNvSpPr>
          <p:nvPr/>
        </p:nvSpPr>
        <p:spPr>
          <a:xfrm>
            <a:off x="5600700" y="242887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7FB43025-F9B6-4E06-81B7-5824F24D5CBC}"/>
              </a:ext>
            </a:extLst>
          </p:cNvPr>
          <p:cNvSpPr>
            <a:spLocks noGrp="1"/>
          </p:cNvSpPr>
          <p:nvPr/>
        </p:nvSpPr>
        <p:spPr>
          <a:xfrm>
            <a:off x="5629275" y="244030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32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93A8D131-7A45-459D-B4D6-E797545D2D37}"/>
              </a:ext>
            </a:extLst>
          </p:cNvPr>
          <p:cNvSpPr>
            <a:spLocks noGrp="1"/>
          </p:cNvSpPr>
          <p:nvPr/>
        </p:nvSpPr>
        <p:spPr>
          <a:xfrm>
            <a:off x="6680835" y="242887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33228AB1-9DCD-4480-9DD9-946D4A0A15A1}"/>
              </a:ext>
            </a:extLst>
          </p:cNvPr>
          <p:cNvSpPr>
            <a:spLocks noGrp="1"/>
          </p:cNvSpPr>
          <p:nvPr/>
        </p:nvSpPr>
        <p:spPr>
          <a:xfrm>
            <a:off x="6709410" y="244030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C31107BF-8861-4038-A3BA-50C3A4DF8727}"/>
              </a:ext>
            </a:extLst>
          </p:cNvPr>
          <p:cNvSpPr>
            <a:spLocks noGrp="1"/>
          </p:cNvSpPr>
          <p:nvPr/>
        </p:nvSpPr>
        <p:spPr>
          <a:xfrm>
            <a:off x="7760970" y="242887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2C7D1E32-F137-4900-99C7-EEAD61C02F39}"/>
              </a:ext>
            </a:extLst>
          </p:cNvPr>
          <p:cNvSpPr>
            <a:spLocks noGrp="1"/>
          </p:cNvSpPr>
          <p:nvPr/>
        </p:nvSpPr>
        <p:spPr>
          <a:xfrm>
            <a:off x="7789545" y="244030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32</a:t>
            </a: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38251061-AC43-4EF8-AB37-AB11482175CB}"/>
              </a:ext>
            </a:extLst>
          </p:cNvPr>
          <p:cNvSpPr>
            <a:spLocks noGrp="1"/>
          </p:cNvSpPr>
          <p:nvPr/>
        </p:nvSpPr>
        <p:spPr>
          <a:xfrm>
            <a:off x="4800600" y="263461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C19C65EC-24A0-41A7-A38E-0F819250A4FA}"/>
              </a:ext>
            </a:extLst>
          </p:cNvPr>
          <p:cNvSpPr>
            <a:spLocks noGrp="1"/>
          </p:cNvSpPr>
          <p:nvPr/>
        </p:nvSpPr>
        <p:spPr>
          <a:xfrm>
            <a:off x="4800600" y="264033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579C448-698E-4770-B916-7488B2EE75FC}"/>
              </a:ext>
            </a:extLst>
          </p:cNvPr>
          <p:cNvSpPr>
            <a:spLocks noGrp="1"/>
          </p:cNvSpPr>
          <p:nvPr/>
        </p:nvSpPr>
        <p:spPr>
          <a:xfrm>
            <a:off x="4829175" y="265176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6月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6B48D36-68DA-460D-AD4A-3DAA13D5B274}"/>
              </a:ext>
            </a:extLst>
          </p:cNvPr>
          <p:cNvSpPr>
            <a:spLocks noGrp="1"/>
          </p:cNvSpPr>
          <p:nvPr/>
        </p:nvSpPr>
        <p:spPr>
          <a:xfrm>
            <a:off x="5600700" y="264033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96862C5C-47AA-4AB7-BA7C-151274A81E6A}"/>
              </a:ext>
            </a:extLst>
          </p:cNvPr>
          <p:cNvSpPr>
            <a:spLocks noGrp="1"/>
          </p:cNvSpPr>
          <p:nvPr/>
        </p:nvSpPr>
        <p:spPr>
          <a:xfrm>
            <a:off x="5629275" y="265176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31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4D4D7947-E9AA-4E84-80A9-4DFF9A708141}"/>
              </a:ext>
            </a:extLst>
          </p:cNvPr>
          <p:cNvSpPr>
            <a:spLocks noGrp="1"/>
          </p:cNvSpPr>
          <p:nvPr/>
        </p:nvSpPr>
        <p:spPr>
          <a:xfrm>
            <a:off x="6680835" y="264033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817AD32-4EE3-4703-98CE-566350200287}"/>
              </a:ext>
            </a:extLst>
          </p:cNvPr>
          <p:cNvSpPr>
            <a:spLocks noGrp="1"/>
          </p:cNvSpPr>
          <p:nvPr/>
        </p:nvSpPr>
        <p:spPr>
          <a:xfrm>
            <a:off x="6709410" y="265176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</a:t>
            </a:r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E7C46BBA-DC1C-4B5E-ACB5-4DB0BDF22679}"/>
              </a:ext>
            </a:extLst>
          </p:cNvPr>
          <p:cNvSpPr>
            <a:spLocks noGrp="1"/>
          </p:cNvSpPr>
          <p:nvPr/>
        </p:nvSpPr>
        <p:spPr>
          <a:xfrm>
            <a:off x="7760970" y="264033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566BE39A-3477-4C1E-9A23-2238842DD7D9}"/>
              </a:ext>
            </a:extLst>
          </p:cNvPr>
          <p:cNvSpPr>
            <a:spLocks noGrp="1"/>
          </p:cNvSpPr>
          <p:nvPr/>
        </p:nvSpPr>
        <p:spPr>
          <a:xfrm>
            <a:off x="7789545" y="265176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20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DF08B387-31FA-47A0-8EDE-E87129CE271D}"/>
              </a:ext>
            </a:extLst>
          </p:cNvPr>
          <p:cNvSpPr>
            <a:spLocks noGrp="1"/>
          </p:cNvSpPr>
          <p:nvPr/>
        </p:nvSpPr>
        <p:spPr>
          <a:xfrm>
            <a:off x="4800600" y="284607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922DDA2-080C-48CC-A962-ECDEF3950B5E}"/>
              </a:ext>
            </a:extLst>
          </p:cNvPr>
          <p:cNvSpPr>
            <a:spLocks noGrp="1"/>
          </p:cNvSpPr>
          <p:nvPr/>
        </p:nvSpPr>
        <p:spPr>
          <a:xfrm>
            <a:off x="4800600" y="285178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0A1EF4E-1916-4361-85CE-6419A46F6B1F}"/>
              </a:ext>
            </a:extLst>
          </p:cNvPr>
          <p:cNvSpPr>
            <a:spLocks noGrp="1"/>
          </p:cNvSpPr>
          <p:nvPr/>
        </p:nvSpPr>
        <p:spPr>
          <a:xfrm>
            <a:off x="4829175" y="286321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4月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C93B6FF-6C1B-441B-92E5-7941781FD5BC}"/>
              </a:ext>
            </a:extLst>
          </p:cNvPr>
          <p:cNvSpPr>
            <a:spLocks noGrp="1"/>
          </p:cNvSpPr>
          <p:nvPr/>
        </p:nvSpPr>
        <p:spPr>
          <a:xfrm>
            <a:off x="5600700" y="285178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8E317937-94EA-4F82-BA8F-D656DFF981A9}"/>
              </a:ext>
            </a:extLst>
          </p:cNvPr>
          <p:cNvSpPr>
            <a:spLocks noGrp="1"/>
          </p:cNvSpPr>
          <p:nvPr/>
        </p:nvSpPr>
        <p:spPr>
          <a:xfrm>
            <a:off x="5629275" y="286321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43B89F9C-0D0F-4470-B3E8-4C23F846450B}"/>
              </a:ext>
            </a:extLst>
          </p:cNvPr>
          <p:cNvSpPr>
            <a:spLocks noGrp="1"/>
          </p:cNvSpPr>
          <p:nvPr/>
        </p:nvSpPr>
        <p:spPr>
          <a:xfrm>
            <a:off x="6680835" y="285178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54AAA478-9875-4005-AF67-3E0CB9291227}"/>
              </a:ext>
            </a:extLst>
          </p:cNvPr>
          <p:cNvSpPr>
            <a:spLocks noGrp="1"/>
          </p:cNvSpPr>
          <p:nvPr/>
        </p:nvSpPr>
        <p:spPr>
          <a:xfrm>
            <a:off x="6709410" y="286321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05EA1D3-04A6-4A2A-A489-08491FC8F52C}"/>
              </a:ext>
            </a:extLst>
          </p:cNvPr>
          <p:cNvSpPr>
            <a:spLocks noGrp="1"/>
          </p:cNvSpPr>
          <p:nvPr/>
        </p:nvSpPr>
        <p:spPr>
          <a:xfrm>
            <a:off x="7760970" y="285178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4A683811-D449-48F6-A019-E63966A43738}"/>
              </a:ext>
            </a:extLst>
          </p:cNvPr>
          <p:cNvSpPr>
            <a:spLocks noGrp="1"/>
          </p:cNvSpPr>
          <p:nvPr/>
        </p:nvSpPr>
        <p:spPr>
          <a:xfrm>
            <a:off x="7789545" y="286321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</a:t>
            </a: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D18A053-FE42-4B7E-AA12-BEA43EBC9A62}"/>
              </a:ext>
            </a:extLst>
          </p:cNvPr>
          <p:cNvSpPr>
            <a:spLocks noGrp="1"/>
          </p:cNvSpPr>
          <p:nvPr/>
        </p:nvSpPr>
        <p:spPr>
          <a:xfrm>
            <a:off x="4800600" y="305752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32A82A-AD1C-475A-B97C-1B2FAADEFA2D}"/>
              </a:ext>
            </a:extLst>
          </p:cNvPr>
          <p:cNvSpPr>
            <a:spLocks noGrp="1"/>
          </p:cNvSpPr>
          <p:nvPr/>
        </p:nvSpPr>
        <p:spPr>
          <a:xfrm>
            <a:off x="4800600" y="306324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81483B7-4F60-4EB9-915B-FFB50C97FD28}"/>
              </a:ext>
            </a:extLst>
          </p:cNvPr>
          <p:cNvSpPr>
            <a:spLocks noGrp="1"/>
          </p:cNvSpPr>
          <p:nvPr/>
        </p:nvSpPr>
        <p:spPr>
          <a:xfrm>
            <a:off x="4829175" y="307467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12月</a:t>
            </a: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8033474F-6B88-462A-BF97-8F6C4B765491}"/>
              </a:ext>
            </a:extLst>
          </p:cNvPr>
          <p:cNvSpPr>
            <a:spLocks noGrp="1"/>
          </p:cNvSpPr>
          <p:nvPr/>
        </p:nvSpPr>
        <p:spPr>
          <a:xfrm>
            <a:off x="5600700" y="306324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38CDB363-76DD-4645-BFAC-55E0D8D338FC}"/>
              </a:ext>
            </a:extLst>
          </p:cNvPr>
          <p:cNvSpPr>
            <a:spLocks noGrp="1"/>
          </p:cNvSpPr>
          <p:nvPr/>
        </p:nvSpPr>
        <p:spPr>
          <a:xfrm>
            <a:off x="5629275" y="307467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145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E24C5BE-4075-44FC-80ED-20A1EBAAFE5F}"/>
              </a:ext>
            </a:extLst>
          </p:cNvPr>
          <p:cNvSpPr>
            <a:spLocks noGrp="1"/>
          </p:cNvSpPr>
          <p:nvPr/>
        </p:nvSpPr>
        <p:spPr>
          <a:xfrm>
            <a:off x="6680835" y="306324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229AB88F-7B74-432B-9AE2-E4E0C9B7F227}"/>
              </a:ext>
            </a:extLst>
          </p:cNvPr>
          <p:cNvSpPr>
            <a:spLocks noGrp="1"/>
          </p:cNvSpPr>
          <p:nvPr/>
        </p:nvSpPr>
        <p:spPr>
          <a:xfrm>
            <a:off x="6709410" y="307467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128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F0D7136-265D-4A16-BD80-4CF99496E7F9}"/>
              </a:ext>
            </a:extLst>
          </p:cNvPr>
          <p:cNvSpPr>
            <a:spLocks noGrp="1"/>
          </p:cNvSpPr>
          <p:nvPr/>
        </p:nvSpPr>
        <p:spPr>
          <a:xfrm>
            <a:off x="7760970" y="306324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795E46FA-C514-4606-8A81-F12C1DF42A16}"/>
              </a:ext>
            </a:extLst>
          </p:cNvPr>
          <p:cNvSpPr>
            <a:spLocks noGrp="1"/>
          </p:cNvSpPr>
          <p:nvPr/>
        </p:nvSpPr>
        <p:spPr>
          <a:xfrm>
            <a:off x="7789545" y="307467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3085A48C-3066-48C5-B120-30C24062E0A3}"/>
              </a:ext>
            </a:extLst>
          </p:cNvPr>
          <p:cNvSpPr>
            <a:spLocks noGrp="1"/>
          </p:cNvSpPr>
          <p:nvPr/>
        </p:nvSpPr>
        <p:spPr>
          <a:xfrm>
            <a:off x="4800600" y="326898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FF1793B6-0640-4115-AAD2-0D1EDE4195DD}"/>
              </a:ext>
            </a:extLst>
          </p:cNvPr>
          <p:cNvSpPr>
            <a:spLocks noGrp="1"/>
          </p:cNvSpPr>
          <p:nvPr/>
        </p:nvSpPr>
        <p:spPr>
          <a:xfrm>
            <a:off x="4800600" y="327469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FE2D74CB-C080-4A82-94CB-9EF2DA666CDE}"/>
              </a:ext>
            </a:extLst>
          </p:cNvPr>
          <p:cNvSpPr>
            <a:spLocks noGrp="1"/>
          </p:cNvSpPr>
          <p:nvPr/>
        </p:nvSpPr>
        <p:spPr>
          <a:xfrm>
            <a:off x="4829175" y="328612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3月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8262A874-AE52-46D1-A9E4-95C82408A5A0}"/>
              </a:ext>
            </a:extLst>
          </p:cNvPr>
          <p:cNvSpPr>
            <a:spLocks noGrp="1"/>
          </p:cNvSpPr>
          <p:nvPr/>
        </p:nvSpPr>
        <p:spPr>
          <a:xfrm>
            <a:off x="5600700" y="327469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13F65C96-EE96-4307-BCEE-C503AE4079B6}"/>
              </a:ext>
            </a:extLst>
          </p:cNvPr>
          <p:cNvSpPr>
            <a:spLocks noGrp="1"/>
          </p:cNvSpPr>
          <p:nvPr/>
        </p:nvSpPr>
        <p:spPr>
          <a:xfrm>
            <a:off x="5629275" y="328612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30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B2006FBD-671B-4322-B4BF-0248A20EE560}"/>
              </a:ext>
            </a:extLst>
          </p:cNvPr>
          <p:cNvSpPr>
            <a:spLocks noGrp="1"/>
          </p:cNvSpPr>
          <p:nvPr/>
        </p:nvSpPr>
        <p:spPr>
          <a:xfrm>
            <a:off x="6680835" y="327469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147A3B68-B891-4C24-8586-1C53FD504D74}"/>
              </a:ext>
            </a:extLst>
          </p:cNvPr>
          <p:cNvSpPr>
            <a:spLocks noGrp="1"/>
          </p:cNvSpPr>
          <p:nvPr/>
        </p:nvSpPr>
        <p:spPr>
          <a:xfrm>
            <a:off x="6709410" y="328612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15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09E692B4-AE22-49FD-8437-FB3FE2ED33AA}"/>
              </a:ext>
            </a:extLst>
          </p:cNvPr>
          <p:cNvSpPr>
            <a:spLocks noGrp="1"/>
          </p:cNvSpPr>
          <p:nvPr/>
        </p:nvSpPr>
        <p:spPr>
          <a:xfrm>
            <a:off x="7760970" y="327469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ABC8CEC3-4E18-4CA4-A4EF-24580ACD333C}"/>
              </a:ext>
            </a:extLst>
          </p:cNvPr>
          <p:cNvSpPr>
            <a:spLocks noGrp="1"/>
          </p:cNvSpPr>
          <p:nvPr/>
        </p:nvSpPr>
        <p:spPr>
          <a:xfrm>
            <a:off x="7789545" y="328612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15</a:t>
            </a: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5903CD64-9D25-4945-83F3-2F35AF2A24D8}"/>
              </a:ext>
            </a:extLst>
          </p:cNvPr>
          <p:cNvSpPr>
            <a:spLocks noGrp="1"/>
          </p:cNvSpPr>
          <p:nvPr/>
        </p:nvSpPr>
        <p:spPr>
          <a:xfrm>
            <a:off x="4800600" y="348043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483E4EAE-139B-425C-A966-AEB903DCCAB9}"/>
              </a:ext>
            </a:extLst>
          </p:cNvPr>
          <p:cNvSpPr>
            <a:spLocks noGrp="1"/>
          </p:cNvSpPr>
          <p:nvPr/>
        </p:nvSpPr>
        <p:spPr>
          <a:xfrm>
            <a:off x="4800600" y="348615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3A05439F-594C-442C-9FB9-7DBE9266E380}"/>
              </a:ext>
            </a:extLst>
          </p:cNvPr>
          <p:cNvSpPr>
            <a:spLocks noGrp="1"/>
          </p:cNvSpPr>
          <p:nvPr/>
        </p:nvSpPr>
        <p:spPr>
          <a:xfrm>
            <a:off x="4829175" y="349758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1月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49DE0F8C-98F1-45C1-8DE5-D33F2E2338BE}"/>
              </a:ext>
            </a:extLst>
          </p:cNvPr>
          <p:cNvSpPr>
            <a:spLocks noGrp="1"/>
          </p:cNvSpPr>
          <p:nvPr/>
        </p:nvSpPr>
        <p:spPr>
          <a:xfrm>
            <a:off x="5600700" y="348615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C3D435D5-0D69-4A69-A3F5-98F143C156DD}"/>
              </a:ext>
            </a:extLst>
          </p:cNvPr>
          <p:cNvSpPr>
            <a:spLocks noGrp="1"/>
          </p:cNvSpPr>
          <p:nvPr/>
        </p:nvSpPr>
        <p:spPr>
          <a:xfrm>
            <a:off x="5629275" y="349758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72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F333471-B988-4B3D-916D-AFA7BE9A7A36}"/>
              </a:ext>
            </a:extLst>
          </p:cNvPr>
          <p:cNvSpPr>
            <a:spLocks noGrp="1"/>
          </p:cNvSpPr>
          <p:nvPr/>
        </p:nvSpPr>
        <p:spPr>
          <a:xfrm>
            <a:off x="6680835" y="348615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C259807D-1E73-4E53-91F3-78D71F3B6FC7}"/>
              </a:ext>
            </a:extLst>
          </p:cNvPr>
          <p:cNvSpPr>
            <a:spLocks noGrp="1"/>
          </p:cNvSpPr>
          <p:nvPr/>
        </p:nvSpPr>
        <p:spPr>
          <a:xfrm>
            <a:off x="6709410" y="349758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66</a:t>
            </a: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773EE508-4B3C-438D-A22E-CE4967B49B23}"/>
              </a:ext>
            </a:extLst>
          </p:cNvPr>
          <p:cNvSpPr>
            <a:spLocks noGrp="1"/>
          </p:cNvSpPr>
          <p:nvPr/>
        </p:nvSpPr>
        <p:spPr>
          <a:xfrm>
            <a:off x="7760970" y="348615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7DAAD98E-2843-4237-8A5A-2505A1448006}"/>
              </a:ext>
            </a:extLst>
          </p:cNvPr>
          <p:cNvSpPr>
            <a:spLocks noGrp="1"/>
          </p:cNvSpPr>
          <p:nvPr/>
        </p:nvSpPr>
        <p:spPr>
          <a:xfrm>
            <a:off x="7789545" y="349758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B7143784-A2EF-47BF-9B58-B713F9F5ECE7}"/>
              </a:ext>
            </a:extLst>
          </p:cNvPr>
          <p:cNvSpPr>
            <a:spLocks noGrp="1"/>
          </p:cNvSpPr>
          <p:nvPr/>
        </p:nvSpPr>
        <p:spPr>
          <a:xfrm>
            <a:off x="4800600" y="369189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ECF84C8C-9F84-401F-8241-925986E37701}"/>
              </a:ext>
            </a:extLst>
          </p:cNvPr>
          <p:cNvSpPr>
            <a:spLocks noGrp="1"/>
          </p:cNvSpPr>
          <p:nvPr/>
        </p:nvSpPr>
        <p:spPr>
          <a:xfrm>
            <a:off x="4800600" y="369760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4C76F3A6-10C0-4B8F-B697-9288691132A6}"/>
              </a:ext>
            </a:extLst>
          </p:cNvPr>
          <p:cNvSpPr>
            <a:spLocks noGrp="1"/>
          </p:cNvSpPr>
          <p:nvPr/>
        </p:nvSpPr>
        <p:spPr>
          <a:xfrm>
            <a:off x="4829175" y="370903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5月</a:t>
            </a:r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E3A209F0-B366-4FC8-8F75-BC5C6458E63A}"/>
              </a:ext>
            </a:extLst>
          </p:cNvPr>
          <p:cNvSpPr>
            <a:spLocks noGrp="1"/>
          </p:cNvSpPr>
          <p:nvPr/>
        </p:nvSpPr>
        <p:spPr>
          <a:xfrm>
            <a:off x="5600700" y="369760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CFA88788-587E-43F9-9A34-DD99EBDCFFDD}"/>
              </a:ext>
            </a:extLst>
          </p:cNvPr>
          <p:cNvSpPr>
            <a:spLocks noGrp="1"/>
          </p:cNvSpPr>
          <p:nvPr/>
        </p:nvSpPr>
        <p:spPr>
          <a:xfrm>
            <a:off x="5629275" y="370903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</a:t>
            </a: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070CE7D5-29AB-40E8-AE32-E210CA4EB1C7}"/>
              </a:ext>
            </a:extLst>
          </p:cNvPr>
          <p:cNvSpPr>
            <a:spLocks noGrp="1"/>
          </p:cNvSpPr>
          <p:nvPr/>
        </p:nvSpPr>
        <p:spPr>
          <a:xfrm>
            <a:off x="6680835" y="369760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92CE04F4-484B-4AEE-8342-0428E96D83C5}"/>
              </a:ext>
            </a:extLst>
          </p:cNvPr>
          <p:cNvSpPr>
            <a:spLocks noGrp="1"/>
          </p:cNvSpPr>
          <p:nvPr/>
        </p:nvSpPr>
        <p:spPr>
          <a:xfrm>
            <a:off x="6709410" y="370903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</a:t>
            </a: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D1E2E209-1E5F-4D0B-8109-CAC609079A6F}"/>
              </a:ext>
            </a:extLst>
          </p:cNvPr>
          <p:cNvSpPr>
            <a:spLocks noGrp="1"/>
          </p:cNvSpPr>
          <p:nvPr/>
        </p:nvSpPr>
        <p:spPr>
          <a:xfrm>
            <a:off x="7760970" y="369760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01CBBCFF-50D9-4E7A-9513-F7EAD73A2426}"/>
              </a:ext>
            </a:extLst>
          </p:cNvPr>
          <p:cNvSpPr>
            <a:spLocks noGrp="1"/>
          </p:cNvSpPr>
          <p:nvPr/>
        </p:nvSpPr>
        <p:spPr>
          <a:xfrm>
            <a:off x="7789545" y="370903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6415134B-FA8F-45AB-9CF9-C5AA8F777B8C}"/>
              </a:ext>
            </a:extLst>
          </p:cNvPr>
          <p:cNvSpPr>
            <a:spLocks noGrp="1"/>
          </p:cNvSpPr>
          <p:nvPr/>
        </p:nvSpPr>
        <p:spPr>
          <a:xfrm>
            <a:off x="4800600" y="390334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FB6BA14A-727E-4C0F-9469-6C6FA814828D}"/>
              </a:ext>
            </a:extLst>
          </p:cNvPr>
          <p:cNvSpPr>
            <a:spLocks noGrp="1"/>
          </p:cNvSpPr>
          <p:nvPr/>
        </p:nvSpPr>
        <p:spPr>
          <a:xfrm>
            <a:off x="4800600" y="390906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44CED268-88CC-4285-9421-17B4FE41725E}"/>
              </a:ext>
            </a:extLst>
          </p:cNvPr>
          <p:cNvSpPr>
            <a:spLocks noGrp="1"/>
          </p:cNvSpPr>
          <p:nvPr/>
        </p:nvSpPr>
        <p:spPr>
          <a:xfrm>
            <a:off x="4829175" y="392049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</a:t>
            </a: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299516A-A121-4762-84A6-C038E373E8BC}"/>
              </a:ext>
            </a:extLst>
          </p:cNvPr>
          <p:cNvSpPr>
            <a:spLocks noGrp="1"/>
          </p:cNvSpPr>
          <p:nvPr/>
        </p:nvSpPr>
        <p:spPr>
          <a:xfrm>
            <a:off x="5600700" y="390906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944BFB5-4CA9-481D-840D-7439CF180237}"/>
              </a:ext>
            </a:extLst>
          </p:cNvPr>
          <p:cNvSpPr>
            <a:spLocks noGrp="1"/>
          </p:cNvSpPr>
          <p:nvPr/>
        </p:nvSpPr>
        <p:spPr>
          <a:xfrm>
            <a:off x="5629275" y="392049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46</a:t>
            </a: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B056573D-597D-4EC9-B372-63E5FCB4A8BD}"/>
              </a:ext>
            </a:extLst>
          </p:cNvPr>
          <p:cNvSpPr>
            <a:spLocks noGrp="1"/>
          </p:cNvSpPr>
          <p:nvPr/>
        </p:nvSpPr>
        <p:spPr>
          <a:xfrm>
            <a:off x="6680835" y="390906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3B5AA9C-258D-44FA-A297-833806C08AD1}"/>
              </a:ext>
            </a:extLst>
          </p:cNvPr>
          <p:cNvSpPr>
            <a:spLocks noGrp="1"/>
          </p:cNvSpPr>
          <p:nvPr/>
        </p:nvSpPr>
        <p:spPr>
          <a:xfrm>
            <a:off x="6709410" y="392049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47</a:t>
            </a: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F4EBBE8B-2395-4157-AAC8-7CFB76EA4E61}"/>
              </a:ext>
            </a:extLst>
          </p:cNvPr>
          <p:cNvSpPr>
            <a:spLocks noGrp="1"/>
          </p:cNvSpPr>
          <p:nvPr/>
        </p:nvSpPr>
        <p:spPr>
          <a:xfrm>
            <a:off x="7760970" y="390906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051054C0-CB39-4AA6-A565-0900CE92B463}"/>
              </a:ext>
            </a:extLst>
          </p:cNvPr>
          <p:cNvSpPr>
            <a:spLocks noGrp="1"/>
          </p:cNvSpPr>
          <p:nvPr/>
        </p:nvSpPr>
        <p:spPr>
          <a:xfrm>
            <a:off x="7789545" y="392049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A0278F3-B64D-4C96-A7D2-0D832C0AD3C3}"/>
              </a:ext>
            </a:extLst>
          </p:cNvPr>
          <p:cNvSpPr>
            <a:spLocks noGrp="1"/>
          </p:cNvSpPr>
          <p:nvPr/>
        </p:nvSpPr>
        <p:spPr>
          <a:xfrm>
            <a:off x="4800600" y="411480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7FF6B82-7A4B-4D54-9760-A5A72871725F}"/>
              </a:ext>
            </a:extLst>
          </p:cNvPr>
          <p:cNvSpPr>
            <a:spLocks noGrp="1"/>
          </p:cNvSpPr>
          <p:nvPr/>
        </p:nvSpPr>
        <p:spPr>
          <a:xfrm>
            <a:off x="4800600" y="4120515"/>
            <a:ext cx="80010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7352E969-29F5-45FE-9ED2-A6F70E49CC79}"/>
              </a:ext>
            </a:extLst>
          </p:cNvPr>
          <p:cNvSpPr>
            <a:spLocks noGrp="1"/>
          </p:cNvSpPr>
          <p:nvPr/>
        </p:nvSpPr>
        <p:spPr>
          <a:xfrm>
            <a:off x="4829175" y="4131945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10月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67B815C-0704-41AA-AEA1-934EB69C99C1}"/>
              </a:ext>
            </a:extLst>
          </p:cNvPr>
          <p:cNvSpPr>
            <a:spLocks noGrp="1"/>
          </p:cNvSpPr>
          <p:nvPr/>
        </p:nvSpPr>
        <p:spPr>
          <a:xfrm>
            <a:off x="5600700" y="412051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DD1B9124-20F3-4E64-A6F0-1D08C2B55F8D}"/>
              </a:ext>
            </a:extLst>
          </p:cNvPr>
          <p:cNvSpPr>
            <a:spLocks noGrp="1"/>
          </p:cNvSpPr>
          <p:nvPr/>
        </p:nvSpPr>
        <p:spPr>
          <a:xfrm>
            <a:off x="5629275" y="413194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179</a:t>
            </a: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FC2CBF5E-644E-4A40-8A4A-BDC554D7D2D8}"/>
              </a:ext>
            </a:extLst>
          </p:cNvPr>
          <p:cNvSpPr>
            <a:spLocks noGrp="1"/>
          </p:cNvSpPr>
          <p:nvPr/>
        </p:nvSpPr>
        <p:spPr>
          <a:xfrm>
            <a:off x="6680835" y="4120515"/>
            <a:ext cx="1080135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EA04DBD4-EC77-4D97-A0F0-3CADDA071942}"/>
              </a:ext>
            </a:extLst>
          </p:cNvPr>
          <p:cNvSpPr>
            <a:spLocks noGrp="1"/>
          </p:cNvSpPr>
          <p:nvPr/>
        </p:nvSpPr>
        <p:spPr>
          <a:xfrm>
            <a:off x="6709410" y="4131945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284</a:t>
            </a: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3B3E79CC-D81E-4693-9588-0DB9C27FB4E6}"/>
              </a:ext>
            </a:extLst>
          </p:cNvPr>
          <p:cNvSpPr>
            <a:spLocks noGrp="1"/>
          </p:cNvSpPr>
          <p:nvPr/>
        </p:nvSpPr>
        <p:spPr>
          <a:xfrm>
            <a:off x="7760970" y="4120515"/>
            <a:ext cx="1040130" cy="2114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C4F78C32-BA57-468A-A867-B8E5A8686335}"/>
              </a:ext>
            </a:extLst>
          </p:cNvPr>
          <p:cNvSpPr>
            <a:spLocks noGrp="1"/>
          </p:cNvSpPr>
          <p:nvPr/>
        </p:nvSpPr>
        <p:spPr>
          <a:xfrm>
            <a:off x="7789545" y="4131945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332C497A-A110-4CED-AADC-12160E8D0DB3}"/>
              </a:ext>
            </a:extLst>
          </p:cNvPr>
          <p:cNvSpPr>
            <a:spLocks noGrp="1"/>
          </p:cNvSpPr>
          <p:nvPr/>
        </p:nvSpPr>
        <p:spPr>
          <a:xfrm>
            <a:off x="4800600" y="4326255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FC03B03-4AED-42A9-A46E-B77D755E1C63}"/>
              </a:ext>
            </a:extLst>
          </p:cNvPr>
          <p:cNvSpPr>
            <a:spLocks noGrp="1"/>
          </p:cNvSpPr>
          <p:nvPr/>
        </p:nvSpPr>
        <p:spPr>
          <a:xfrm>
            <a:off x="4800600" y="4331970"/>
            <a:ext cx="80010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69322A79-F77A-4141-84A4-E27DB27B902A}"/>
              </a:ext>
            </a:extLst>
          </p:cNvPr>
          <p:cNvSpPr>
            <a:spLocks noGrp="1"/>
          </p:cNvSpPr>
          <p:nvPr/>
        </p:nvSpPr>
        <p:spPr>
          <a:xfrm>
            <a:off x="4829175" y="4343400"/>
            <a:ext cx="74295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11月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376900E8-8DC4-412D-9DD8-9C01C6A7BF19}"/>
              </a:ext>
            </a:extLst>
          </p:cNvPr>
          <p:cNvSpPr>
            <a:spLocks noGrp="1"/>
          </p:cNvSpPr>
          <p:nvPr/>
        </p:nvSpPr>
        <p:spPr>
          <a:xfrm>
            <a:off x="5600700" y="433197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5B07BD6A-B282-42C7-9006-F008DF40B8E0}"/>
              </a:ext>
            </a:extLst>
          </p:cNvPr>
          <p:cNvSpPr>
            <a:spLocks noGrp="1"/>
          </p:cNvSpPr>
          <p:nvPr/>
        </p:nvSpPr>
        <p:spPr>
          <a:xfrm>
            <a:off x="5629275" y="434340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177</a:t>
            </a: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92D0B1A0-0049-48AA-9D1C-8E5462E99647}"/>
              </a:ext>
            </a:extLst>
          </p:cNvPr>
          <p:cNvSpPr>
            <a:spLocks noGrp="1"/>
          </p:cNvSpPr>
          <p:nvPr/>
        </p:nvSpPr>
        <p:spPr>
          <a:xfrm>
            <a:off x="6680835" y="4331970"/>
            <a:ext cx="1080135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3628A210-721F-4B82-80A7-F69D6D6BB67D}"/>
              </a:ext>
            </a:extLst>
          </p:cNvPr>
          <p:cNvSpPr>
            <a:spLocks noGrp="1"/>
          </p:cNvSpPr>
          <p:nvPr/>
        </p:nvSpPr>
        <p:spPr>
          <a:xfrm>
            <a:off x="6709410" y="4343400"/>
            <a:ext cx="1022985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222</a:t>
            </a: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48DC07C6-1BF4-490A-863E-82681023023D}"/>
              </a:ext>
            </a:extLst>
          </p:cNvPr>
          <p:cNvSpPr>
            <a:spLocks noGrp="1"/>
          </p:cNvSpPr>
          <p:nvPr/>
        </p:nvSpPr>
        <p:spPr>
          <a:xfrm>
            <a:off x="7760970" y="4331970"/>
            <a:ext cx="1040130" cy="211455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BEA10471-3C28-42B6-8239-EC515891AB94}"/>
              </a:ext>
            </a:extLst>
          </p:cNvPr>
          <p:cNvSpPr>
            <a:spLocks noGrp="1"/>
          </p:cNvSpPr>
          <p:nvPr/>
        </p:nvSpPr>
        <p:spPr>
          <a:xfrm>
            <a:off x="7789545" y="4343400"/>
            <a:ext cx="982980" cy="1885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ABC2D41F-BE6F-453B-AB04-88700082731B}"/>
              </a:ext>
            </a:extLst>
          </p:cNvPr>
          <p:cNvSpPr>
            <a:spLocks noGrp="1"/>
          </p:cNvSpPr>
          <p:nvPr/>
        </p:nvSpPr>
        <p:spPr>
          <a:xfrm>
            <a:off x="4800600" y="4537710"/>
            <a:ext cx="40005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521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 80">
            <a:extLst>
              <a:ext uri="{FF2B5EF4-FFF2-40B4-BE49-F238E27FC236}">
                <a16:creationId xmlns:a16="http://schemas.microsoft.com/office/drawing/2014/main" id="{C292B14B-8D47-48D9-AC10-8049DF5956BD}"/>
              </a:ext>
            </a:extLst>
          </p:cNvPr>
          <p:cNvSpPr>
            <a:spLocks noGrp="1"/>
          </p:cNvSpPr>
          <p:nvPr/>
        </p:nvSpPr>
        <p:spPr>
          <a:xfrm>
            <a:off x="297180" y="160020"/>
            <a:ext cx="828675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 dirty="0"/>
              <a:t>0</a:t>
            </a:r>
            <a:r>
              <a:rPr lang="en-US" altLang="zh-CN" sz="2160" dirty="0"/>
              <a:t>2</a:t>
            </a:r>
            <a:r>
              <a:rPr sz="2160" dirty="0"/>
              <a:t>  </a:t>
            </a:r>
            <a:r>
              <a:rPr sz="2160" dirty="0" err="1"/>
              <a:t>前十天插入前：已有片段</a:t>
            </a:r>
            <a:endParaRPr sz="216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1978F2-D5F1-4798-8687-5EE7B909E50B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B87181-5C08-4002-B481-CDF64C0D21B4}"/>
              </a:ext>
            </a:extLst>
          </p:cNvPr>
          <p:cNvSpPr>
            <a:spLocks noGrp="1"/>
          </p:cNvSpPr>
          <p:nvPr/>
        </p:nvSpPr>
        <p:spPr>
          <a:xfrm>
            <a:off x="308610" y="754380"/>
            <a:ext cx="8458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/>
              <a:t>9月1—7日无合格阈值片段；8—10日已有低风片段须保留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EE0CA9-84A6-498E-A749-15255280E593}"/>
              </a:ext>
            </a:extLst>
          </p:cNvPr>
          <p:cNvSpPr>
            <a:spLocks noGrp="1"/>
          </p:cNvSpPr>
          <p:nvPr/>
        </p:nvSpPr>
        <p:spPr>
          <a:xfrm>
            <a:off x="314325" y="4834890"/>
            <a:ext cx="51435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海风大资源年1988 · 9月算例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58AE58-450E-4B20-B4D9-7D9D2BF741FC}"/>
              </a:ext>
            </a:extLst>
          </p:cNvPr>
          <p:cNvSpPr>
            <a:spLocks noGrp="1"/>
          </p:cNvSpPr>
          <p:nvPr/>
        </p:nvSpPr>
        <p:spPr>
          <a:xfrm>
            <a:off x="8172450" y="4829175"/>
            <a:ext cx="640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03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81F3A3-E1EE-4C6A-844C-7ED4BA32E12E}"/>
              </a:ext>
            </a:extLst>
          </p:cNvPr>
          <p:cNvSpPr>
            <a:spLocks noGrp="1"/>
          </p:cNvSpPr>
          <p:nvPr/>
        </p:nvSpPr>
        <p:spPr>
          <a:xfrm>
            <a:off x="1171575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6CC497-4F42-48E7-8B87-41EA8D809A50}"/>
              </a:ext>
            </a:extLst>
          </p:cNvPr>
          <p:cNvSpPr>
            <a:spLocks noGrp="1"/>
          </p:cNvSpPr>
          <p:nvPr/>
        </p:nvSpPr>
        <p:spPr>
          <a:xfrm>
            <a:off x="2740343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8EF81D-7ECB-4226-AA31-1810EC4309A6}"/>
              </a:ext>
            </a:extLst>
          </p:cNvPr>
          <p:cNvSpPr>
            <a:spLocks noGrp="1"/>
          </p:cNvSpPr>
          <p:nvPr/>
        </p:nvSpPr>
        <p:spPr>
          <a:xfrm>
            <a:off x="4309110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C8AC52-521C-4151-A0EB-650785F09A9C}"/>
              </a:ext>
            </a:extLst>
          </p:cNvPr>
          <p:cNvSpPr>
            <a:spLocks noGrp="1"/>
          </p:cNvSpPr>
          <p:nvPr/>
        </p:nvSpPr>
        <p:spPr>
          <a:xfrm>
            <a:off x="5877878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F494CD-C822-48CB-9C54-9075B71A8856}"/>
              </a:ext>
            </a:extLst>
          </p:cNvPr>
          <p:cNvSpPr>
            <a:spLocks noGrp="1"/>
          </p:cNvSpPr>
          <p:nvPr/>
        </p:nvSpPr>
        <p:spPr>
          <a:xfrm>
            <a:off x="7446645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24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18F1F7-45A1-498A-9BF8-E84AD7976D32}"/>
              </a:ext>
            </a:extLst>
          </p:cNvPr>
          <p:cNvSpPr>
            <a:spLocks noGrp="1"/>
          </p:cNvSpPr>
          <p:nvPr/>
        </p:nvSpPr>
        <p:spPr>
          <a:xfrm>
            <a:off x="371475" y="139446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12B672-C285-4DEC-B9E4-76C26B74C4BE}"/>
              </a:ext>
            </a:extLst>
          </p:cNvPr>
          <p:cNvSpPr>
            <a:spLocks noGrp="1"/>
          </p:cNvSpPr>
          <p:nvPr/>
        </p:nvSpPr>
        <p:spPr>
          <a:xfrm>
            <a:off x="1280160" y="140017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C72CCB-1033-4713-941A-4BA1C16A19F9}"/>
              </a:ext>
            </a:extLst>
          </p:cNvPr>
          <p:cNvSpPr>
            <a:spLocks noGrp="1"/>
          </p:cNvSpPr>
          <p:nvPr/>
        </p:nvSpPr>
        <p:spPr>
          <a:xfrm>
            <a:off x="2848928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C4125E-BBC3-4B6F-9951-5A7009B1D6D6}"/>
              </a:ext>
            </a:extLst>
          </p:cNvPr>
          <p:cNvSpPr>
            <a:spLocks noGrp="1"/>
          </p:cNvSpPr>
          <p:nvPr/>
        </p:nvSpPr>
        <p:spPr>
          <a:xfrm>
            <a:off x="4417695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726E66-704A-4688-977F-880CAB4DC2BF}"/>
              </a:ext>
            </a:extLst>
          </p:cNvPr>
          <p:cNvSpPr>
            <a:spLocks noGrp="1"/>
          </p:cNvSpPr>
          <p:nvPr/>
        </p:nvSpPr>
        <p:spPr>
          <a:xfrm>
            <a:off x="5986463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100530-35E3-4882-86DB-1CD4B4F67681}"/>
              </a:ext>
            </a:extLst>
          </p:cNvPr>
          <p:cNvSpPr>
            <a:spLocks noGrp="1"/>
          </p:cNvSpPr>
          <p:nvPr/>
        </p:nvSpPr>
        <p:spPr>
          <a:xfrm>
            <a:off x="1280160" y="161163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9D2E53-CEBB-45FD-AC1B-8CDECECC8802}"/>
              </a:ext>
            </a:extLst>
          </p:cNvPr>
          <p:cNvSpPr>
            <a:spLocks noGrp="1"/>
          </p:cNvSpPr>
          <p:nvPr/>
        </p:nvSpPr>
        <p:spPr>
          <a:xfrm>
            <a:off x="371475" y="168592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9月2日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935C7D-4DB7-419D-82D3-583C0A46D3A0}"/>
              </a:ext>
            </a:extLst>
          </p:cNvPr>
          <p:cNvSpPr>
            <a:spLocks noGrp="1"/>
          </p:cNvSpPr>
          <p:nvPr/>
        </p:nvSpPr>
        <p:spPr>
          <a:xfrm>
            <a:off x="1280160" y="169164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76FE1B-F349-46CC-BBB2-18BEF73222D1}"/>
              </a:ext>
            </a:extLst>
          </p:cNvPr>
          <p:cNvSpPr>
            <a:spLocks noGrp="1"/>
          </p:cNvSpPr>
          <p:nvPr/>
        </p:nvSpPr>
        <p:spPr>
          <a:xfrm>
            <a:off x="2848928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1EF283-CAB5-41B0-9EA4-1968CCD866CC}"/>
              </a:ext>
            </a:extLst>
          </p:cNvPr>
          <p:cNvSpPr>
            <a:spLocks noGrp="1"/>
          </p:cNvSpPr>
          <p:nvPr/>
        </p:nvSpPr>
        <p:spPr>
          <a:xfrm>
            <a:off x="4417695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880958-2FED-4285-8E0D-2E9E17CE5DDC}"/>
              </a:ext>
            </a:extLst>
          </p:cNvPr>
          <p:cNvSpPr>
            <a:spLocks noGrp="1"/>
          </p:cNvSpPr>
          <p:nvPr/>
        </p:nvSpPr>
        <p:spPr>
          <a:xfrm>
            <a:off x="5986463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B984EA-2E4A-4205-B5E0-9398D9998ABB}"/>
              </a:ext>
            </a:extLst>
          </p:cNvPr>
          <p:cNvSpPr>
            <a:spLocks noGrp="1"/>
          </p:cNvSpPr>
          <p:nvPr/>
        </p:nvSpPr>
        <p:spPr>
          <a:xfrm>
            <a:off x="1280160" y="190309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F60157-72CD-44AA-8A34-3F2CB462B6C9}"/>
              </a:ext>
            </a:extLst>
          </p:cNvPr>
          <p:cNvSpPr>
            <a:spLocks noGrp="1"/>
          </p:cNvSpPr>
          <p:nvPr/>
        </p:nvSpPr>
        <p:spPr>
          <a:xfrm>
            <a:off x="371475" y="197739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9月3日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0D5710-2871-4344-A477-F0D4CD7FA803}"/>
              </a:ext>
            </a:extLst>
          </p:cNvPr>
          <p:cNvSpPr>
            <a:spLocks noGrp="1"/>
          </p:cNvSpPr>
          <p:nvPr/>
        </p:nvSpPr>
        <p:spPr>
          <a:xfrm>
            <a:off x="1280160" y="198310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307F2C-E35A-4633-BA2C-BA8360A9DE1D}"/>
              </a:ext>
            </a:extLst>
          </p:cNvPr>
          <p:cNvSpPr>
            <a:spLocks noGrp="1"/>
          </p:cNvSpPr>
          <p:nvPr/>
        </p:nvSpPr>
        <p:spPr>
          <a:xfrm>
            <a:off x="2848928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5EFC3AA-F288-4C93-AD1A-10FCC886A9CE}"/>
              </a:ext>
            </a:extLst>
          </p:cNvPr>
          <p:cNvSpPr>
            <a:spLocks noGrp="1"/>
          </p:cNvSpPr>
          <p:nvPr/>
        </p:nvSpPr>
        <p:spPr>
          <a:xfrm>
            <a:off x="4417695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DE7EC1-ECF7-44A5-95E0-95D07FA78BD8}"/>
              </a:ext>
            </a:extLst>
          </p:cNvPr>
          <p:cNvSpPr>
            <a:spLocks noGrp="1"/>
          </p:cNvSpPr>
          <p:nvPr/>
        </p:nvSpPr>
        <p:spPr>
          <a:xfrm>
            <a:off x="5986463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E04BAEE-6444-48EB-B5A4-5A1F385AED26}"/>
              </a:ext>
            </a:extLst>
          </p:cNvPr>
          <p:cNvSpPr>
            <a:spLocks noGrp="1"/>
          </p:cNvSpPr>
          <p:nvPr/>
        </p:nvSpPr>
        <p:spPr>
          <a:xfrm>
            <a:off x="1280160" y="219456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492922-38EA-4582-8C5E-33636EA8D942}"/>
              </a:ext>
            </a:extLst>
          </p:cNvPr>
          <p:cNvSpPr>
            <a:spLocks noGrp="1"/>
          </p:cNvSpPr>
          <p:nvPr/>
        </p:nvSpPr>
        <p:spPr>
          <a:xfrm>
            <a:off x="371475" y="226885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9月4日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D78946-2C82-4BC1-9AA7-1246FAA523F4}"/>
              </a:ext>
            </a:extLst>
          </p:cNvPr>
          <p:cNvSpPr>
            <a:spLocks noGrp="1"/>
          </p:cNvSpPr>
          <p:nvPr/>
        </p:nvSpPr>
        <p:spPr>
          <a:xfrm>
            <a:off x="1280160" y="227457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B6C83B4-2FAD-43D4-85A9-87690E71CAE2}"/>
              </a:ext>
            </a:extLst>
          </p:cNvPr>
          <p:cNvSpPr>
            <a:spLocks noGrp="1"/>
          </p:cNvSpPr>
          <p:nvPr/>
        </p:nvSpPr>
        <p:spPr>
          <a:xfrm>
            <a:off x="2848928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8662D9-FB6F-4216-90FB-07310ABD38B0}"/>
              </a:ext>
            </a:extLst>
          </p:cNvPr>
          <p:cNvSpPr>
            <a:spLocks noGrp="1"/>
          </p:cNvSpPr>
          <p:nvPr/>
        </p:nvSpPr>
        <p:spPr>
          <a:xfrm>
            <a:off x="4417695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2229DB-5E11-450E-AF8B-19A1FCF68239}"/>
              </a:ext>
            </a:extLst>
          </p:cNvPr>
          <p:cNvSpPr>
            <a:spLocks noGrp="1"/>
          </p:cNvSpPr>
          <p:nvPr/>
        </p:nvSpPr>
        <p:spPr>
          <a:xfrm>
            <a:off x="5986463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267724-8CF3-415E-BC07-291307977611}"/>
              </a:ext>
            </a:extLst>
          </p:cNvPr>
          <p:cNvSpPr>
            <a:spLocks noGrp="1"/>
          </p:cNvSpPr>
          <p:nvPr/>
        </p:nvSpPr>
        <p:spPr>
          <a:xfrm>
            <a:off x="1280160" y="248602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1F7C0C-BF9C-4317-ABDC-B676FF902D2E}"/>
              </a:ext>
            </a:extLst>
          </p:cNvPr>
          <p:cNvSpPr>
            <a:spLocks noGrp="1"/>
          </p:cNvSpPr>
          <p:nvPr/>
        </p:nvSpPr>
        <p:spPr>
          <a:xfrm>
            <a:off x="371475" y="256032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9月5日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71AC3D2-D805-4A2C-9FCC-2AD9AA3A3CEF}"/>
              </a:ext>
            </a:extLst>
          </p:cNvPr>
          <p:cNvSpPr>
            <a:spLocks noGrp="1"/>
          </p:cNvSpPr>
          <p:nvPr/>
        </p:nvSpPr>
        <p:spPr>
          <a:xfrm>
            <a:off x="1280160" y="256603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5B72492-CB27-49EF-8C5B-77D02BBB629E}"/>
              </a:ext>
            </a:extLst>
          </p:cNvPr>
          <p:cNvSpPr>
            <a:spLocks noGrp="1"/>
          </p:cNvSpPr>
          <p:nvPr/>
        </p:nvSpPr>
        <p:spPr>
          <a:xfrm>
            <a:off x="2848928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5E5597-7904-4E23-8013-14694A43F3FB}"/>
              </a:ext>
            </a:extLst>
          </p:cNvPr>
          <p:cNvSpPr>
            <a:spLocks noGrp="1"/>
          </p:cNvSpPr>
          <p:nvPr/>
        </p:nvSpPr>
        <p:spPr>
          <a:xfrm>
            <a:off x="4417695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2929676-0B6D-4F9B-8BE9-FF0123531654}"/>
              </a:ext>
            </a:extLst>
          </p:cNvPr>
          <p:cNvSpPr>
            <a:spLocks noGrp="1"/>
          </p:cNvSpPr>
          <p:nvPr/>
        </p:nvSpPr>
        <p:spPr>
          <a:xfrm>
            <a:off x="5986463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3B22AA4-CED4-409C-BC48-A558D5476047}"/>
              </a:ext>
            </a:extLst>
          </p:cNvPr>
          <p:cNvSpPr>
            <a:spLocks noGrp="1"/>
          </p:cNvSpPr>
          <p:nvPr/>
        </p:nvSpPr>
        <p:spPr>
          <a:xfrm>
            <a:off x="1280160" y="277749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E92807-4289-434D-957C-9E9D83B0F7B7}"/>
              </a:ext>
            </a:extLst>
          </p:cNvPr>
          <p:cNvSpPr>
            <a:spLocks noGrp="1"/>
          </p:cNvSpPr>
          <p:nvPr/>
        </p:nvSpPr>
        <p:spPr>
          <a:xfrm>
            <a:off x="371475" y="285178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9月6日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A3784B-A6F5-4C93-85F6-EE5BDBAD7AB3}"/>
              </a:ext>
            </a:extLst>
          </p:cNvPr>
          <p:cNvSpPr>
            <a:spLocks noGrp="1"/>
          </p:cNvSpPr>
          <p:nvPr/>
        </p:nvSpPr>
        <p:spPr>
          <a:xfrm>
            <a:off x="1280160" y="285750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5513262-4CE2-41B3-B5B2-332FB0ACC2D5}"/>
              </a:ext>
            </a:extLst>
          </p:cNvPr>
          <p:cNvSpPr>
            <a:spLocks noGrp="1"/>
          </p:cNvSpPr>
          <p:nvPr/>
        </p:nvSpPr>
        <p:spPr>
          <a:xfrm>
            <a:off x="2848928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425FE6-3094-4FDF-A3E6-DB2B1054A11E}"/>
              </a:ext>
            </a:extLst>
          </p:cNvPr>
          <p:cNvSpPr>
            <a:spLocks noGrp="1"/>
          </p:cNvSpPr>
          <p:nvPr/>
        </p:nvSpPr>
        <p:spPr>
          <a:xfrm>
            <a:off x="4417695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BCB3BE9-34E2-4679-9F9D-D41372CF08F2}"/>
              </a:ext>
            </a:extLst>
          </p:cNvPr>
          <p:cNvSpPr>
            <a:spLocks noGrp="1"/>
          </p:cNvSpPr>
          <p:nvPr/>
        </p:nvSpPr>
        <p:spPr>
          <a:xfrm>
            <a:off x="5986463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236A553-2F9D-4E64-AB17-44F14CA1A561}"/>
              </a:ext>
            </a:extLst>
          </p:cNvPr>
          <p:cNvSpPr>
            <a:spLocks noGrp="1"/>
          </p:cNvSpPr>
          <p:nvPr/>
        </p:nvSpPr>
        <p:spPr>
          <a:xfrm>
            <a:off x="1280160" y="306895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BD99312-C73F-4EB2-9E9B-1D767767AACC}"/>
              </a:ext>
            </a:extLst>
          </p:cNvPr>
          <p:cNvSpPr>
            <a:spLocks noGrp="1"/>
          </p:cNvSpPr>
          <p:nvPr/>
        </p:nvSpPr>
        <p:spPr>
          <a:xfrm>
            <a:off x="371475" y="314325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9月7日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590CE15-75B2-43A2-B438-C85A6389E1E9}"/>
              </a:ext>
            </a:extLst>
          </p:cNvPr>
          <p:cNvSpPr>
            <a:spLocks noGrp="1"/>
          </p:cNvSpPr>
          <p:nvPr/>
        </p:nvSpPr>
        <p:spPr>
          <a:xfrm>
            <a:off x="1280160" y="314896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DFB7225-5E90-46B4-B4E2-F5066EFFF050}"/>
              </a:ext>
            </a:extLst>
          </p:cNvPr>
          <p:cNvSpPr>
            <a:spLocks noGrp="1"/>
          </p:cNvSpPr>
          <p:nvPr/>
        </p:nvSpPr>
        <p:spPr>
          <a:xfrm>
            <a:off x="2848928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3123D28-D2A6-423A-9BCC-483C6EFBA12B}"/>
              </a:ext>
            </a:extLst>
          </p:cNvPr>
          <p:cNvSpPr>
            <a:spLocks noGrp="1"/>
          </p:cNvSpPr>
          <p:nvPr/>
        </p:nvSpPr>
        <p:spPr>
          <a:xfrm>
            <a:off x="4417695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ECFFFCE-B223-416F-8ED6-74F5282C4D1E}"/>
              </a:ext>
            </a:extLst>
          </p:cNvPr>
          <p:cNvSpPr>
            <a:spLocks noGrp="1"/>
          </p:cNvSpPr>
          <p:nvPr/>
        </p:nvSpPr>
        <p:spPr>
          <a:xfrm>
            <a:off x="5986463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422AE7E-17FF-4D8E-B2C8-24ED566A1A0D}"/>
              </a:ext>
            </a:extLst>
          </p:cNvPr>
          <p:cNvSpPr>
            <a:spLocks noGrp="1"/>
          </p:cNvSpPr>
          <p:nvPr/>
        </p:nvSpPr>
        <p:spPr>
          <a:xfrm>
            <a:off x="1280160" y="336042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58F2D54-BFB3-4219-994B-E174537EFE93}"/>
              </a:ext>
            </a:extLst>
          </p:cNvPr>
          <p:cNvSpPr>
            <a:spLocks noGrp="1"/>
          </p:cNvSpPr>
          <p:nvPr/>
        </p:nvSpPr>
        <p:spPr>
          <a:xfrm>
            <a:off x="371475" y="343471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9月8日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7457036-1035-4017-B2E0-E1CCC53A35AB}"/>
              </a:ext>
            </a:extLst>
          </p:cNvPr>
          <p:cNvSpPr>
            <a:spLocks noGrp="1"/>
          </p:cNvSpPr>
          <p:nvPr/>
        </p:nvSpPr>
        <p:spPr>
          <a:xfrm>
            <a:off x="1280160" y="344043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918D955-490C-4106-84F0-231CEEB3748D}"/>
              </a:ext>
            </a:extLst>
          </p:cNvPr>
          <p:cNvSpPr>
            <a:spLocks noGrp="1"/>
          </p:cNvSpPr>
          <p:nvPr/>
        </p:nvSpPr>
        <p:spPr>
          <a:xfrm>
            <a:off x="2848928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2BAFB00-3230-4CA0-89AC-489302610733}"/>
              </a:ext>
            </a:extLst>
          </p:cNvPr>
          <p:cNvSpPr>
            <a:spLocks noGrp="1"/>
          </p:cNvSpPr>
          <p:nvPr/>
        </p:nvSpPr>
        <p:spPr>
          <a:xfrm>
            <a:off x="4417695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8856016-4D13-404F-85EA-A1291760D12F}"/>
              </a:ext>
            </a:extLst>
          </p:cNvPr>
          <p:cNvSpPr>
            <a:spLocks noGrp="1"/>
          </p:cNvSpPr>
          <p:nvPr/>
        </p:nvSpPr>
        <p:spPr>
          <a:xfrm>
            <a:off x="5986463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F4E9CF3-BA71-4720-BD9A-80BC7D550850}"/>
              </a:ext>
            </a:extLst>
          </p:cNvPr>
          <p:cNvSpPr>
            <a:spLocks noGrp="1"/>
          </p:cNvSpPr>
          <p:nvPr/>
        </p:nvSpPr>
        <p:spPr>
          <a:xfrm>
            <a:off x="7032308" y="3451860"/>
            <a:ext cx="522923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A9745F9-875F-431E-8C8F-784C20EC022F}"/>
              </a:ext>
            </a:extLst>
          </p:cNvPr>
          <p:cNvSpPr>
            <a:spLocks noGrp="1"/>
          </p:cNvSpPr>
          <p:nvPr/>
        </p:nvSpPr>
        <p:spPr>
          <a:xfrm>
            <a:off x="1280160" y="365188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9A78BF9-8A9F-424D-848B-89E4844A92BE}"/>
              </a:ext>
            </a:extLst>
          </p:cNvPr>
          <p:cNvSpPr>
            <a:spLocks noGrp="1"/>
          </p:cNvSpPr>
          <p:nvPr/>
        </p:nvSpPr>
        <p:spPr>
          <a:xfrm>
            <a:off x="371475" y="372618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9月9日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AA72A94-6CA8-4134-BA7C-5E29264BD4DD}"/>
              </a:ext>
            </a:extLst>
          </p:cNvPr>
          <p:cNvSpPr>
            <a:spLocks noGrp="1"/>
          </p:cNvSpPr>
          <p:nvPr/>
        </p:nvSpPr>
        <p:spPr>
          <a:xfrm>
            <a:off x="1280160" y="373189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D2FDF36-A3B3-46F2-88F0-B3ED939D0118}"/>
              </a:ext>
            </a:extLst>
          </p:cNvPr>
          <p:cNvSpPr>
            <a:spLocks noGrp="1"/>
          </p:cNvSpPr>
          <p:nvPr/>
        </p:nvSpPr>
        <p:spPr>
          <a:xfrm>
            <a:off x="2848928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DBDEB33-DFB9-47CB-8CC0-C37F7DC6927F}"/>
              </a:ext>
            </a:extLst>
          </p:cNvPr>
          <p:cNvSpPr>
            <a:spLocks noGrp="1"/>
          </p:cNvSpPr>
          <p:nvPr/>
        </p:nvSpPr>
        <p:spPr>
          <a:xfrm>
            <a:off x="4417695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FC8329A-5CDF-4CD9-AFDE-AD889BCBF52B}"/>
              </a:ext>
            </a:extLst>
          </p:cNvPr>
          <p:cNvSpPr>
            <a:spLocks noGrp="1"/>
          </p:cNvSpPr>
          <p:nvPr/>
        </p:nvSpPr>
        <p:spPr>
          <a:xfrm>
            <a:off x="5986463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4BF20755-AF0D-43CD-B8DD-A9A541634090}"/>
              </a:ext>
            </a:extLst>
          </p:cNvPr>
          <p:cNvSpPr>
            <a:spLocks noGrp="1"/>
          </p:cNvSpPr>
          <p:nvPr/>
        </p:nvSpPr>
        <p:spPr>
          <a:xfrm>
            <a:off x="1280160" y="3743325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A59DC57-B2D9-4CE2-A2B8-E2D42877446C}"/>
              </a:ext>
            </a:extLst>
          </p:cNvPr>
          <p:cNvSpPr>
            <a:spLocks noGrp="1"/>
          </p:cNvSpPr>
          <p:nvPr/>
        </p:nvSpPr>
        <p:spPr>
          <a:xfrm>
            <a:off x="5725002" y="3743325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3D9E212-EE13-4FF6-941A-97AC33B5F053}"/>
              </a:ext>
            </a:extLst>
          </p:cNvPr>
          <p:cNvSpPr>
            <a:spLocks noGrp="1"/>
          </p:cNvSpPr>
          <p:nvPr/>
        </p:nvSpPr>
        <p:spPr>
          <a:xfrm>
            <a:off x="1280160" y="394335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27981A1-8294-4029-BD00-6FB06C9FD51E}"/>
              </a:ext>
            </a:extLst>
          </p:cNvPr>
          <p:cNvSpPr>
            <a:spLocks noGrp="1"/>
          </p:cNvSpPr>
          <p:nvPr/>
        </p:nvSpPr>
        <p:spPr>
          <a:xfrm>
            <a:off x="371475" y="401764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9月10日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865F9F3-AD3A-4132-A141-6C0B972D892C}"/>
              </a:ext>
            </a:extLst>
          </p:cNvPr>
          <p:cNvSpPr>
            <a:spLocks noGrp="1"/>
          </p:cNvSpPr>
          <p:nvPr/>
        </p:nvSpPr>
        <p:spPr>
          <a:xfrm>
            <a:off x="1280160" y="402336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FB5AE46-27C2-4914-97D1-F86936E6F95E}"/>
              </a:ext>
            </a:extLst>
          </p:cNvPr>
          <p:cNvSpPr>
            <a:spLocks noGrp="1"/>
          </p:cNvSpPr>
          <p:nvPr/>
        </p:nvSpPr>
        <p:spPr>
          <a:xfrm>
            <a:off x="2848928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66870CD-F4F6-4749-8C8A-A82037F9B8FF}"/>
              </a:ext>
            </a:extLst>
          </p:cNvPr>
          <p:cNvSpPr>
            <a:spLocks noGrp="1"/>
          </p:cNvSpPr>
          <p:nvPr/>
        </p:nvSpPr>
        <p:spPr>
          <a:xfrm>
            <a:off x="4417695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5B537CA-E794-4115-9C64-E2542501A3A4}"/>
              </a:ext>
            </a:extLst>
          </p:cNvPr>
          <p:cNvSpPr>
            <a:spLocks noGrp="1"/>
          </p:cNvSpPr>
          <p:nvPr/>
        </p:nvSpPr>
        <p:spPr>
          <a:xfrm>
            <a:off x="5986463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6FD55BB-A7A0-43C3-9316-EFFF617A0802}"/>
              </a:ext>
            </a:extLst>
          </p:cNvPr>
          <p:cNvSpPr>
            <a:spLocks noGrp="1"/>
          </p:cNvSpPr>
          <p:nvPr/>
        </p:nvSpPr>
        <p:spPr>
          <a:xfrm>
            <a:off x="1280160" y="4034790"/>
            <a:ext cx="2091690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DED7FB0-7378-426A-98AB-86383CA3BAFD}"/>
              </a:ext>
            </a:extLst>
          </p:cNvPr>
          <p:cNvSpPr>
            <a:spLocks noGrp="1"/>
          </p:cNvSpPr>
          <p:nvPr/>
        </p:nvSpPr>
        <p:spPr>
          <a:xfrm>
            <a:off x="5725002" y="4034790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0BB0CF7-C5A0-4F3B-9A6B-43EC6CB569B6}"/>
              </a:ext>
            </a:extLst>
          </p:cNvPr>
          <p:cNvSpPr>
            <a:spLocks noGrp="1"/>
          </p:cNvSpPr>
          <p:nvPr/>
        </p:nvSpPr>
        <p:spPr>
          <a:xfrm>
            <a:off x="1280160" y="423481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4F8DD6A-E168-4384-BC6B-50B8F744EDA9}"/>
              </a:ext>
            </a:extLst>
          </p:cNvPr>
          <p:cNvSpPr>
            <a:spLocks noGrp="1"/>
          </p:cNvSpPr>
          <p:nvPr/>
        </p:nvSpPr>
        <p:spPr>
          <a:xfrm>
            <a:off x="7629525" y="1291590"/>
            <a:ext cx="131445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每行24小时（UTC）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F7A6678-F176-4313-B954-6C65842A15F6}"/>
              </a:ext>
            </a:extLst>
          </p:cNvPr>
          <p:cNvSpPr>
            <a:spLocks noGrp="1"/>
          </p:cNvSpPr>
          <p:nvPr/>
        </p:nvSpPr>
        <p:spPr>
          <a:xfrm>
            <a:off x="7646670" y="1605915"/>
            <a:ext cx="125730" cy="85725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5962981-4AF5-462D-B4BC-6719576DB555}"/>
              </a:ext>
            </a:extLst>
          </p:cNvPr>
          <p:cNvSpPr>
            <a:spLocks noGrp="1"/>
          </p:cNvSpPr>
          <p:nvPr/>
        </p:nvSpPr>
        <p:spPr>
          <a:xfrm>
            <a:off x="7818120" y="1577340"/>
            <a:ext cx="88582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已有P10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84D5558-1AC7-4EE3-9E25-89E8066807B7}"/>
              </a:ext>
            </a:extLst>
          </p:cNvPr>
          <p:cNvSpPr>
            <a:spLocks noGrp="1"/>
          </p:cNvSpPr>
          <p:nvPr/>
        </p:nvSpPr>
        <p:spPr>
          <a:xfrm>
            <a:off x="314325" y="4371975"/>
            <a:ext cx="84582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/>
              <a:t>前十天已有P10共3段，落在图中的合格小时为31 h；已有P90为0 h。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A955B79-C530-444D-A909-5D1B24ABB9F3}"/>
              </a:ext>
            </a:extLst>
          </p:cNvPr>
          <p:cNvSpPr>
            <a:spLocks noGrp="1"/>
          </p:cNvSpPr>
          <p:nvPr/>
        </p:nvSpPr>
        <p:spPr>
          <a:xfrm>
            <a:off x="314325" y="4594860"/>
            <a:ext cx="845820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09-08 22时至09-09 06时（9 h）   09-09 17时至09-10 07时（15 h）   09-10 17时至09-12 11时（43 h）</a:t>
            </a:r>
          </a:p>
        </p:txBody>
      </p:sp>
    </p:spTree>
    <p:extLst>
      <p:ext uri="{BB962C8B-B14F-4D97-AF65-F5344CB8AC3E}">
        <p14:creationId xmlns:p14="http://schemas.microsoft.com/office/powerpoint/2010/main" val="39976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>
            <a:extLst>
              <a:ext uri="{FF2B5EF4-FFF2-40B4-BE49-F238E27FC236}">
                <a16:creationId xmlns:a16="http://schemas.microsoft.com/office/drawing/2014/main" id="{55E15D50-CED1-41DB-B625-13691A73CC9D}"/>
              </a:ext>
            </a:extLst>
          </p:cNvPr>
          <p:cNvSpPr>
            <a:spLocks noGrp="1"/>
          </p:cNvSpPr>
          <p:nvPr/>
        </p:nvSpPr>
        <p:spPr>
          <a:xfrm>
            <a:off x="297180" y="160020"/>
            <a:ext cx="828675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 dirty="0"/>
              <a:t>0</a:t>
            </a:r>
            <a:r>
              <a:rPr lang="en-US" altLang="zh-CN" sz="2160" dirty="0"/>
              <a:t>3</a:t>
            </a:r>
            <a:r>
              <a:rPr sz="2160" dirty="0"/>
              <a:t>  </a:t>
            </a:r>
            <a:r>
              <a:rPr sz="2160" dirty="0" err="1"/>
              <a:t>前十天插入后：全部片段落点</a:t>
            </a:r>
            <a:endParaRPr sz="216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20C515-79EA-49AE-897E-3C3F2AD40980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B8338C-94C7-45B4-ABCC-EAD225292A39}"/>
              </a:ext>
            </a:extLst>
          </p:cNvPr>
          <p:cNvSpPr>
            <a:spLocks noGrp="1"/>
          </p:cNvSpPr>
          <p:nvPr/>
        </p:nvSpPr>
        <p:spPr>
          <a:xfrm>
            <a:off x="308610" y="754380"/>
            <a:ext cx="8458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/>
              <a:t>五段低风与两段大风依次占用9月1—7日，8—10日原有片段不动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EE8538-1F3F-409C-892C-918C639AB01A}"/>
              </a:ext>
            </a:extLst>
          </p:cNvPr>
          <p:cNvSpPr>
            <a:spLocks noGrp="1"/>
          </p:cNvSpPr>
          <p:nvPr/>
        </p:nvSpPr>
        <p:spPr>
          <a:xfrm>
            <a:off x="314325" y="4834890"/>
            <a:ext cx="51435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海风大资源年1988 · 9月算例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46CF8E-C168-4D09-90D2-5E47CA9F13E7}"/>
              </a:ext>
            </a:extLst>
          </p:cNvPr>
          <p:cNvSpPr>
            <a:spLocks noGrp="1"/>
          </p:cNvSpPr>
          <p:nvPr/>
        </p:nvSpPr>
        <p:spPr>
          <a:xfrm>
            <a:off x="8172450" y="4829175"/>
            <a:ext cx="640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04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A3C438-4437-4504-A3ED-A741685C55D8}"/>
              </a:ext>
            </a:extLst>
          </p:cNvPr>
          <p:cNvSpPr>
            <a:spLocks noGrp="1"/>
          </p:cNvSpPr>
          <p:nvPr/>
        </p:nvSpPr>
        <p:spPr>
          <a:xfrm>
            <a:off x="1171575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F67A12-D567-478C-9A11-9CF17086D1BB}"/>
              </a:ext>
            </a:extLst>
          </p:cNvPr>
          <p:cNvSpPr>
            <a:spLocks noGrp="1"/>
          </p:cNvSpPr>
          <p:nvPr/>
        </p:nvSpPr>
        <p:spPr>
          <a:xfrm>
            <a:off x="2740343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D0A914-22A6-44E9-8657-BF4E47EB3DC2}"/>
              </a:ext>
            </a:extLst>
          </p:cNvPr>
          <p:cNvSpPr>
            <a:spLocks noGrp="1"/>
          </p:cNvSpPr>
          <p:nvPr/>
        </p:nvSpPr>
        <p:spPr>
          <a:xfrm>
            <a:off x="4309110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8F0AC7-112C-4169-9F60-70323F0892E5}"/>
              </a:ext>
            </a:extLst>
          </p:cNvPr>
          <p:cNvSpPr>
            <a:spLocks noGrp="1"/>
          </p:cNvSpPr>
          <p:nvPr/>
        </p:nvSpPr>
        <p:spPr>
          <a:xfrm>
            <a:off x="5877878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2580E0-06E1-4C85-8F4F-2DAD2DA52761}"/>
              </a:ext>
            </a:extLst>
          </p:cNvPr>
          <p:cNvSpPr>
            <a:spLocks noGrp="1"/>
          </p:cNvSpPr>
          <p:nvPr/>
        </p:nvSpPr>
        <p:spPr>
          <a:xfrm>
            <a:off x="7446645" y="1183005"/>
            <a:ext cx="22288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6978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24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FF0333-ACE5-4B14-83D6-0B917779C485}"/>
              </a:ext>
            </a:extLst>
          </p:cNvPr>
          <p:cNvSpPr>
            <a:spLocks noGrp="1"/>
          </p:cNvSpPr>
          <p:nvPr/>
        </p:nvSpPr>
        <p:spPr>
          <a:xfrm>
            <a:off x="371475" y="139446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A9486A-5A3E-4537-B6A4-11918AD167CA}"/>
              </a:ext>
            </a:extLst>
          </p:cNvPr>
          <p:cNvSpPr>
            <a:spLocks noGrp="1"/>
          </p:cNvSpPr>
          <p:nvPr/>
        </p:nvSpPr>
        <p:spPr>
          <a:xfrm>
            <a:off x="1280160" y="140017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CAEAB4-8A05-4AF0-9DB2-704A474DD1D2}"/>
              </a:ext>
            </a:extLst>
          </p:cNvPr>
          <p:cNvSpPr>
            <a:spLocks noGrp="1"/>
          </p:cNvSpPr>
          <p:nvPr/>
        </p:nvSpPr>
        <p:spPr>
          <a:xfrm>
            <a:off x="2848928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F92595-8EAA-4415-8C1A-CA7185CA9C9D}"/>
              </a:ext>
            </a:extLst>
          </p:cNvPr>
          <p:cNvSpPr>
            <a:spLocks noGrp="1"/>
          </p:cNvSpPr>
          <p:nvPr/>
        </p:nvSpPr>
        <p:spPr>
          <a:xfrm>
            <a:off x="4417695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D13E91-209A-4909-AC44-24A19C242C08}"/>
              </a:ext>
            </a:extLst>
          </p:cNvPr>
          <p:cNvSpPr>
            <a:spLocks noGrp="1"/>
          </p:cNvSpPr>
          <p:nvPr/>
        </p:nvSpPr>
        <p:spPr>
          <a:xfrm>
            <a:off x="5986463" y="140017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D753AB-0BE4-40DB-863D-A4A78C13BA18}"/>
              </a:ext>
            </a:extLst>
          </p:cNvPr>
          <p:cNvSpPr>
            <a:spLocks noGrp="1"/>
          </p:cNvSpPr>
          <p:nvPr/>
        </p:nvSpPr>
        <p:spPr>
          <a:xfrm>
            <a:off x="1280161" y="1411605"/>
            <a:ext cx="2353151" cy="160020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BF9009-62CC-4E3F-B878-D705FC7C9BD0}"/>
              </a:ext>
            </a:extLst>
          </p:cNvPr>
          <p:cNvSpPr>
            <a:spLocks noGrp="1"/>
          </p:cNvSpPr>
          <p:nvPr/>
        </p:nvSpPr>
        <p:spPr>
          <a:xfrm>
            <a:off x="1308736" y="1428750"/>
            <a:ext cx="2296001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9h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83AB0D-676B-4F9E-8AC8-523584B02AD6}"/>
              </a:ext>
            </a:extLst>
          </p:cNvPr>
          <p:cNvSpPr>
            <a:spLocks noGrp="1"/>
          </p:cNvSpPr>
          <p:nvPr/>
        </p:nvSpPr>
        <p:spPr>
          <a:xfrm>
            <a:off x="1280160" y="161163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95A3B18-D33C-49AB-969F-C30FD954B19A}"/>
              </a:ext>
            </a:extLst>
          </p:cNvPr>
          <p:cNvSpPr>
            <a:spLocks noGrp="1"/>
          </p:cNvSpPr>
          <p:nvPr/>
        </p:nvSpPr>
        <p:spPr>
          <a:xfrm>
            <a:off x="371475" y="168592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9月2日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BA3CB5-66D2-49BE-9E74-ABC0AE95F4AF}"/>
              </a:ext>
            </a:extLst>
          </p:cNvPr>
          <p:cNvSpPr>
            <a:spLocks noGrp="1"/>
          </p:cNvSpPr>
          <p:nvPr/>
        </p:nvSpPr>
        <p:spPr>
          <a:xfrm>
            <a:off x="1280160" y="169164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E8BA17-C49E-4B6C-969C-A791822F4916}"/>
              </a:ext>
            </a:extLst>
          </p:cNvPr>
          <p:cNvSpPr>
            <a:spLocks noGrp="1"/>
          </p:cNvSpPr>
          <p:nvPr/>
        </p:nvSpPr>
        <p:spPr>
          <a:xfrm>
            <a:off x="2848928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08F0E7-376A-4A04-AA96-FAAD96E0FE69}"/>
              </a:ext>
            </a:extLst>
          </p:cNvPr>
          <p:cNvSpPr>
            <a:spLocks noGrp="1"/>
          </p:cNvSpPr>
          <p:nvPr/>
        </p:nvSpPr>
        <p:spPr>
          <a:xfrm>
            <a:off x="4417695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30F944-5046-47F0-95FA-3565138398B9}"/>
              </a:ext>
            </a:extLst>
          </p:cNvPr>
          <p:cNvSpPr>
            <a:spLocks noGrp="1"/>
          </p:cNvSpPr>
          <p:nvPr/>
        </p:nvSpPr>
        <p:spPr>
          <a:xfrm>
            <a:off x="5986463" y="169164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4A8BC2-3976-472E-AA22-A84D06E53A46}"/>
              </a:ext>
            </a:extLst>
          </p:cNvPr>
          <p:cNvSpPr>
            <a:spLocks noGrp="1"/>
          </p:cNvSpPr>
          <p:nvPr/>
        </p:nvSpPr>
        <p:spPr>
          <a:xfrm>
            <a:off x="1280160" y="1703070"/>
            <a:ext cx="2614613" cy="160020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B14A858-CDF1-4AC1-80EF-6D51D9E9513D}"/>
              </a:ext>
            </a:extLst>
          </p:cNvPr>
          <p:cNvSpPr>
            <a:spLocks noGrp="1"/>
          </p:cNvSpPr>
          <p:nvPr/>
        </p:nvSpPr>
        <p:spPr>
          <a:xfrm>
            <a:off x="1308735" y="1720215"/>
            <a:ext cx="2557463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10h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B4E4AB-9D0D-401A-B523-9F739114F2D1}"/>
              </a:ext>
            </a:extLst>
          </p:cNvPr>
          <p:cNvSpPr>
            <a:spLocks noGrp="1"/>
          </p:cNvSpPr>
          <p:nvPr/>
        </p:nvSpPr>
        <p:spPr>
          <a:xfrm>
            <a:off x="1280160" y="190309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CD3184-5FF3-4588-905F-51E83E23A255}"/>
              </a:ext>
            </a:extLst>
          </p:cNvPr>
          <p:cNvSpPr>
            <a:spLocks noGrp="1"/>
          </p:cNvSpPr>
          <p:nvPr/>
        </p:nvSpPr>
        <p:spPr>
          <a:xfrm>
            <a:off x="371475" y="197739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9月3日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30F1E11-F665-4C00-9875-66DDC36A72F5}"/>
              </a:ext>
            </a:extLst>
          </p:cNvPr>
          <p:cNvSpPr>
            <a:spLocks noGrp="1"/>
          </p:cNvSpPr>
          <p:nvPr/>
        </p:nvSpPr>
        <p:spPr>
          <a:xfrm>
            <a:off x="1280160" y="198310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7A0D57-546E-4E18-B99E-DD5180B56EF6}"/>
              </a:ext>
            </a:extLst>
          </p:cNvPr>
          <p:cNvSpPr>
            <a:spLocks noGrp="1"/>
          </p:cNvSpPr>
          <p:nvPr/>
        </p:nvSpPr>
        <p:spPr>
          <a:xfrm>
            <a:off x="2848928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EE1A878-D137-4C29-B828-E9E2DA0FFF6F}"/>
              </a:ext>
            </a:extLst>
          </p:cNvPr>
          <p:cNvSpPr>
            <a:spLocks noGrp="1"/>
          </p:cNvSpPr>
          <p:nvPr/>
        </p:nvSpPr>
        <p:spPr>
          <a:xfrm>
            <a:off x="4417695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E63F6B-6C1E-4F28-A5B3-261E34629F83}"/>
              </a:ext>
            </a:extLst>
          </p:cNvPr>
          <p:cNvSpPr>
            <a:spLocks noGrp="1"/>
          </p:cNvSpPr>
          <p:nvPr/>
        </p:nvSpPr>
        <p:spPr>
          <a:xfrm>
            <a:off x="5986463" y="198310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C2ABA3F-5752-4D33-A7A3-1DA28B6D8B4A}"/>
              </a:ext>
            </a:extLst>
          </p:cNvPr>
          <p:cNvSpPr>
            <a:spLocks noGrp="1"/>
          </p:cNvSpPr>
          <p:nvPr/>
        </p:nvSpPr>
        <p:spPr>
          <a:xfrm>
            <a:off x="1541622" y="1994535"/>
            <a:ext cx="1830229" cy="160020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60D01DF-926C-4D06-ABEF-3979AEE17A9B}"/>
              </a:ext>
            </a:extLst>
          </p:cNvPr>
          <p:cNvSpPr>
            <a:spLocks noGrp="1"/>
          </p:cNvSpPr>
          <p:nvPr/>
        </p:nvSpPr>
        <p:spPr>
          <a:xfrm>
            <a:off x="1570197" y="2011680"/>
            <a:ext cx="1773079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7h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A3A2C1-118C-4ABB-9CB9-4FC84880EAC4}"/>
              </a:ext>
            </a:extLst>
          </p:cNvPr>
          <p:cNvSpPr>
            <a:spLocks noGrp="1"/>
          </p:cNvSpPr>
          <p:nvPr/>
        </p:nvSpPr>
        <p:spPr>
          <a:xfrm>
            <a:off x="1280160" y="219456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199BA7-146F-4FA8-83BA-7ED1E703136C}"/>
              </a:ext>
            </a:extLst>
          </p:cNvPr>
          <p:cNvSpPr>
            <a:spLocks noGrp="1"/>
          </p:cNvSpPr>
          <p:nvPr/>
        </p:nvSpPr>
        <p:spPr>
          <a:xfrm>
            <a:off x="371475" y="226885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9月4日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17FAD20-00B3-4ED7-931E-B828697BB329}"/>
              </a:ext>
            </a:extLst>
          </p:cNvPr>
          <p:cNvSpPr>
            <a:spLocks noGrp="1"/>
          </p:cNvSpPr>
          <p:nvPr/>
        </p:nvSpPr>
        <p:spPr>
          <a:xfrm>
            <a:off x="1280160" y="227457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CA0BDE1-EAA9-4CCD-B95D-992DA628355C}"/>
              </a:ext>
            </a:extLst>
          </p:cNvPr>
          <p:cNvSpPr>
            <a:spLocks noGrp="1"/>
          </p:cNvSpPr>
          <p:nvPr/>
        </p:nvSpPr>
        <p:spPr>
          <a:xfrm>
            <a:off x="2848928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F6C358B-E8ED-4F2E-A01C-0B6414A98F46}"/>
              </a:ext>
            </a:extLst>
          </p:cNvPr>
          <p:cNvSpPr>
            <a:spLocks noGrp="1"/>
          </p:cNvSpPr>
          <p:nvPr/>
        </p:nvSpPr>
        <p:spPr>
          <a:xfrm>
            <a:off x="4417695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23B87E-A883-4721-83F5-3CDF54859A2D}"/>
              </a:ext>
            </a:extLst>
          </p:cNvPr>
          <p:cNvSpPr>
            <a:spLocks noGrp="1"/>
          </p:cNvSpPr>
          <p:nvPr/>
        </p:nvSpPr>
        <p:spPr>
          <a:xfrm>
            <a:off x="5986463" y="227457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D0B360-24EA-463F-A973-E2CB3F2270A6}"/>
              </a:ext>
            </a:extLst>
          </p:cNvPr>
          <p:cNvSpPr>
            <a:spLocks noGrp="1"/>
          </p:cNvSpPr>
          <p:nvPr/>
        </p:nvSpPr>
        <p:spPr>
          <a:xfrm>
            <a:off x="1280160" y="2286000"/>
            <a:ext cx="1307306" cy="160020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B12AB0-2E10-4DC5-8D19-A4DF982C0C97}"/>
              </a:ext>
            </a:extLst>
          </p:cNvPr>
          <p:cNvSpPr>
            <a:spLocks noGrp="1"/>
          </p:cNvSpPr>
          <p:nvPr/>
        </p:nvSpPr>
        <p:spPr>
          <a:xfrm>
            <a:off x="1308735" y="2303145"/>
            <a:ext cx="1250156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5h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3D8ABFD-271D-4128-9104-56E693959EAA}"/>
              </a:ext>
            </a:extLst>
          </p:cNvPr>
          <p:cNvSpPr>
            <a:spLocks noGrp="1"/>
          </p:cNvSpPr>
          <p:nvPr/>
        </p:nvSpPr>
        <p:spPr>
          <a:xfrm>
            <a:off x="1280160" y="248602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EB33864-44C4-463D-BD5B-6A7A4D015F6A}"/>
              </a:ext>
            </a:extLst>
          </p:cNvPr>
          <p:cNvSpPr>
            <a:spLocks noGrp="1"/>
          </p:cNvSpPr>
          <p:nvPr/>
        </p:nvSpPr>
        <p:spPr>
          <a:xfrm>
            <a:off x="371475" y="256032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9月5日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8E69A64-E16C-45E0-A49B-D79CD5FE0685}"/>
              </a:ext>
            </a:extLst>
          </p:cNvPr>
          <p:cNvSpPr>
            <a:spLocks noGrp="1"/>
          </p:cNvSpPr>
          <p:nvPr/>
        </p:nvSpPr>
        <p:spPr>
          <a:xfrm>
            <a:off x="1280160" y="256603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BCB44D1-10F8-4412-A53D-F283E4954727}"/>
              </a:ext>
            </a:extLst>
          </p:cNvPr>
          <p:cNvSpPr>
            <a:spLocks noGrp="1"/>
          </p:cNvSpPr>
          <p:nvPr/>
        </p:nvSpPr>
        <p:spPr>
          <a:xfrm>
            <a:off x="2848928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795E0F5-937B-496C-97BC-08BFC813A606}"/>
              </a:ext>
            </a:extLst>
          </p:cNvPr>
          <p:cNvSpPr>
            <a:spLocks noGrp="1"/>
          </p:cNvSpPr>
          <p:nvPr/>
        </p:nvSpPr>
        <p:spPr>
          <a:xfrm>
            <a:off x="4417695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EB2A720-9D64-4D20-948E-254059BFAC73}"/>
              </a:ext>
            </a:extLst>
          </p:cNvPr>
          <p:cNvSpPr>
            <a:spLocks noGrp="1"/>
          </p:cNvSpPr>
          <p:nvPr/>
        </p:nvSpPr>
        <p:spPr>
          <a:xfrm>
            <a:off x="5986463" y="256603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DE15384-F75C-4A77-9216-4678F3CB6C7C}"/>
              </a:ext>
            </a:extLst>
          </p:cNvPr>
          <p:cNvSpPr>
            <a:spLocks noGrp="1"/>
          </p:cNvSpPr>
          <p:nvPr/>
        </p:nvSpPr>
        <p:spPr>
          <a:xfrm>
            <a:off x="1280161" y="2577465"/>
            <a:ext cx="2353151" cy="160020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8C4992B-1DC8-4A3F-A021-5D98E8FFAD52}"/>
              </a:ext>
            </a:extLst>
          </p:cNvPr>
          <p:cNvSpPr>
            <a:spLocks noGrp="1"/>
          </p:cNvSpPr>
          <p:nvPr/>
        </p:nvSpPr>
        <p:spPr>
          <a:xfrm>
            <a:off x="1308736" y="2594610"/>
            <a:ext cx="2296001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9h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353709A-27FB-4417-930A-CDC2A17ADFD5}"/>
              </a:ext>
            </a:extLst>
          </p:cNvPr>
          <p:cNvSpPr>
            <a:spLocks noGrp="1"/>
          </p:cNvSpPr>
          <p:nvPr/>
        </p:nvSpPr>
        <p:spPr>
          <a:xfrm>
            <a:off x="1280160" y="277749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6896C9D-ADA1-4E73-9A2B-12ACB3A5616D}"/>
              </a:ext>
            </a:extLst>
          </p:cNvPr>
          <p:cNvSpPr>
            <a:spLocks noGrp="1"/>
          </p:cNvSpPr>
          <p:nvPr/>
        </p:nvSpPr>
        <p:spPr>
          <a:xfrm>
            <a:off x="371475" y="285178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9月6日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E3128A4-B2A9-40B9-8593-FEE37EE567E3}"/>
              </a:ext>
            </a:extLst>
          </p:cNvPr>
          <p:cNvSpPr>
            <a:spLocks noGrp="1"/>
          </p:cNvSpPr>
          <p:nvPr/>
        </p:nvSpPr>
        <p:spPr>
          <a:xfrm>
            <a:off x="1280160" y="285750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D591DE2-AD42-4D5D-8481-B37F33646717}"/>
              </a:ext>
            </a:extLst>
          </p:cNvPr>
          <p:cNvSpPr>
            <a:spLocks noGrp="1"/>
          </p:cNvSpPr>
          <p:nvPr/>
        </p:nvSpPr>
        <p:spPr>
          <a:xfrm>
            <a:off x="2848928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9940016-5719-4A3F-A744-1BC73472B26B}"/>
              </a:ext>
            </a:extLst>
          </p:cNvPr>
          <p:cNvSpPr>
            <a:spLocks noGrp="1"/>
          </p:cNvSpPr>
          <p:nvPr/>
        </p:nvSpPr>
        <p:spPr>
          <a:xfrm>
            <a:off x="4417695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04A2DB9-76DA-4D3C-BEB7-6026D04940B6}"/>
              </a:ext>
            </a:extLst>
          </p:cNvPr>
          <p:cNvSpPr>
            <a:spLocks noGrp="1"/>
          </p:cNvSpPr>
          <p:nvPr/>
        </p:nvSpPr>
        <p:spPr>
          <a:xfrm>
            <a:off x="5986463" y="285750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F7DA76A-527E-4F2D-A1A4-9E2B6D86218C}"/>
              </a:ext>
            </a:extLst>
          </p:cNvPr>
          <p:cNvSpPr>
            <a:spLocks noGrp="1"/>
          </p:cNvSpPr>
          <p:nvPr/>
        </p:nvSpPr>
        <p:spPr>
          <a:xfrm>
            <a:off x="1251585" y="2880360"/>
            <a:ext cx="2876074" cy="160020"/>
          </a:xfrm>
          <a:prstGeom prst="rect">
            <a:avLst/>
          </a:prstGeom>
          <a:solidFill>
            <a:srgbClr val="D55A45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7B3B7E1-74B2-481F-8DB8-8102DFA0688C}"/>
              </a:ext>
            </a:extLst>
          </p:cNvPr>
          <p:cNvSpPr>
            <a:spLocks noGrp="1"/>
          </p:cNvSpPr>
          <p:nvPr/>
        </p:nvSpPr>
        <p:spPr>
          <a:xfrm>
            <a:off x="1308735" y="2886075"/>
            <a:ext cx="2818924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11h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FF81431-6F5C-4E49-8B7A-03361F1EF452}"/>
              </a:ext>
            </a:extLst>
          </p:cNvPr>
          <p:cNvSpPr>
            <a:spLocks noGrp="1"/>
          </p:cNvSpPr>
          <p:nvPr/>
        </p:nvSpPr>
        <p:spPr>
          <a:xfrm>
            <a:off x="1280160" y="306895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7C24280-6BD6-4ACB-BF96-11C53277E68B}"/>
              </a:ext>
            </a:extLst>
          </p:cNvPr>
          <p:cNvSpPr>
            <a:spLocks noGrp="1"/>
          </p:cNvSpPr>
          <p:nvPr/>
        </p:nvSpPr>
        <p:spPr>
          <a:xfrm>
            <a:off x="371475" y="314325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9月7日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6A5E9E5-75E3-4741-A673-3F7DAA919741}"/>
              </a:ext>
            </a:extLst>
          </p:cNvPr>
          <p:cNvSpPr>
            <a:spLocks noGrp="1"/>
          </p:cNvSpPr>
          <p:nvPr/>
        </p:nvSpPr>
        <p:spPr>
          <a:xfrm>
            <a:off x="1280160" y="314896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B702A13-29F9-45F8-8DFD-EF1E2B70E3F7}"/>
              </a:ext>
            </a:extLst>
          </p:cNvPr>
          <p:cNvSpPr>
            <a:spLocks noGrp="1"/>
          </p:cNvSpPr>
          <p:nvPr/>
        </p:nvSpPr>
        <p:spPr>
          <a:xfrm>
            <a:off x="2848928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31E2944-9C61-43BD-9020-A5835290FC8C}"/>
              </a:ext>
            </a:extLst>
          </p:cNvPr>
          <p:cNvSpPr>
            <a:spLocks noGrp="1"/>
          </p:cNvSpPr>
          <p:nvPr/>
        </p:nvSpPr>
        <p:spPr>
          <a:xfrm>
            <a:off x="4417695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B0ACDBF-1780-4BDA-8DE5-7FBF54A02F41}"/>
              </a:ext>
            </a:extLst>
          </p:cNvPr>
          <p:cNvSpPr>
            <a:spLocks noGrp="1"/>
          </p:cNvSpPr>
          <p:nvPr/>
        </p:nvSpPr>
        <p:spPr>
          <a:xfrm>
            <a:off x="5986463" y="314896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0626751-A4A1-4940-A8F3-D9FC1DE0423B}"/>
              </a:ext>
            </a:extLst>
          </p:cNvPr>
          <p:cNvSpPr>
            <a:spLocks noGrp="1"/>
          </p:cNvSpPr>
          <p:nvPr/>
        </p:nvSpPr>
        <p:spPr>
          <a:xfrm>
            <a:off x="1280161" y="3160395"/>
            <a:ext cx="2353151" cy="160020"/>
          </a:xfrm>
          <a:prstGeom prst="rect">
            <a:avLst/>
          </a:prstGeom>
          <a:solidFill>
            <a:srgbClr val="D55A45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C4520D1-9C5C-46DA-BEF4-179987419056}"/>
              </a:ext>
            </a:extLst>
          </p:cNvPr>
          <p:cNvSpPr>
            <a:spLocks noGrp="1"/>
          </p:cNvSpPr>
          <p:nvPr/>
        </p:nvSpPr>
        <p:spPr>
          <a:xfrm>
            <a:off x="1308736" y="3177540"/>
            <a:ext cx="2296001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/>
              <a:t>9h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59481B2-5146-46B3-9D9F-211DCBA94280}"/>
              </a:ext>
            </a:extLst>
          </p:cNvPr>
          <p:cNvSpPr>
            <a:spLocks noGrp="1"/>
          </p:cNvSpPr>
          <p:nvPr/>
        </p:nvSpPr>
        <p:spPr>
          <a:xfrm>
            <a:off x="1280160" y="336042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D8BDB31-54E6-4BD9-8E76-5B82AB9A49C8}"/>
              </a:ext>
            </a:extLst>
          </p:cNvPr>
          <p:cNvSpPr>
            <a:spLocks noGrp="1"/>
          </p:cNvSpPr>
          <p:nvPr/>
        </p:nvSpPr>
        <p:spPr>
          <a:xfrm>
            <a:off x="371475" y="343471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9月8日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A440B9B-DD88-4A1D-9A6C-FEBFB7F13827}"/>
              </a:ext>
            </a:extLst>
          </p:cNvPr>
          <p:cNvSpPr>
            <a:spLocks noGrp="1"/>
          </p:cNvSpPr>
          <p:nvPr/>
        </p:nvSpPr>
        <p:spPr>
          <a:xfrm>
            <a:off x="1280160" y="344043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62761EC-F7F1-4885-920B-CB3376F7EF59}"/>
              </a:ext>
            </a:extLst>
          </p:cNvPr>
          <p:cNvSpPr>
            <a:spLocks noGrp="1"/>
          </p:cNvSpPr>
          <p:nvPr/>
        </p:nvSpPr>
        <p:spPr>
          <a:xfrm>
            <a:off x="2848928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752C30B-6AB6-4453-A826-6209D98E5F62}"/>
              </a:ext>
            </a:extLst>
          </p:cNvPr>
          <p:cNvSpPr>
            <a:spLocks noGrp="1"/>
          </p:cNvSpPr>
          <p:nvPr/>
        </p:nvSpPr>
        <p:spPr>
          <a:xfrm>
            <a:off x="4417695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AAF1963-85FE-4C5A-B443-46572F7278D5}"/>
              </a:ext>
            </a:extLst>
          </p:cNvPr>
          <p:cNvSpPr>
            <a:spLocks noGrp="1"/>
          </p:cNvSpPr>
          <p:nvPr/>
        </p:nvSpPr>
        <p:spPr>
          <a:xfrm>
            <a:off x="5986463" y="344043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E26715E-0A3E-4AD2-9DA3-0B1DC4CDA135}"/>
              </a:ext>
            </a:extLst>
          </p:cNvPr>
          <p:cNvSpPr>
            <a:spLocks noGrp="1"/>
          </p:cNvSpPr>
          <p:nvPr/>
        </p:nvSpPr>
        <p:spPr>
          <a:xfrm>
            <a:off x="7032308" y="3451860"/>
            <a:ext cx="522923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F395FFA-D987-43BC-91C4-F20F36E6A64C}"/>
              </a:ext>
            </a:extLst>
          </p:cNvPr>
          <p:cNvSpPr>
            <a:spLocks noGrp="1"/>
          </p:cNvSpPr>
          <p:nvPr/>
        </p:nvSpPr>
        <p:spPr>
          <a:xfrm>
            <a:off x="1280160" y="365188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283C4043-AD5B-425D-AE08-5CAD785AEE3A}"/>
              </a:ext>
            </a:extLst>
          </p:cNvPr>
          <p:cNvSpPr>
            <a:spLocks noGrp="1"/>
          </p:cNvSpPr>
          <p:nvPr/>
        </p:nvSpPr>
        <p:spPr>
          <a:xfrm>
            <a:off x="371475" y="3726180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9月9日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F4F15A9-B404-49B4-8255-9DA19C3F1656}"/>
              </a:ext>
            </a:extLst>
          </p:cNvPr>
          <p:cNvSpPr>
            <a:spLocks noGrp="1"/>
          </p:cNvSpPr>
          <p:nvPr/>
        </p:nvSpPr>
        <p:spPr>
          <a:xfrm>
            <a:off x="1280160" y="3731895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02AAB3DC-3D18-4FEB-A4EE-7BC8C6C75174}"/>
              </a:ext>
            </a:extLst>
          </p:cNvPr>
          <p:cNvSpPr>
            <a:spLocks noGrp="1"/>
          </p:cNvSpPr>
          <p:nvPr/>
        </p:nvSpPr>
        <p:spPr>
          <a:xfrm>
            <a:off x="2848928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98C6B605-02B7-4ED5-9B2D-BE86D9EA7DFA}"/>
              </a:ext>
            </a:extLst>
          </p:cNvPr>
          <p:cNvSpPr>
            <a:spLocks noGrp="1"/>
          </p:cNvSpPr>
          <p:nvPr/>
        </p:nvSpPr>
        <p:spPr>
          <a:xfrm>
            <a:off x="4417695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420DC9C-D89A-4C81-AFC1-C9F10548B67E}"/>
              </a:ext>
            </a:extLst>
          </p:cNvPr>
          <p:cNvSpPr>
            <a:spLocks noGrp="1"/>
          </p:cNvSpPr>
          <p:nvPr/>
        </p:nvSpPr>
        <p:spPr>
          <a:xfrm>
            <a:off x="5986463" y="3731895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C55FA6D-FF38-4C3F-AE05-F1C8F93C0CE5}"/>
              </a:ext>
            </a:extLst>
          </p:cNvPr>
          <p:cNvSpPr>
            <a:spLocks noGrp="1"/>
          </p:cNvSpPr>
          <p:nvPr/>
        </p:nvSpPr>
        <p:spPr>
          <a:xfrm>
            <a:off x="1280160" y="3743325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442258E-5454-415F-BC67-89BCB625D885}"/>
              </a:ext>
            </a:extLst>
          </p:cNvPr>
          <p:cNvSpPr>
            <a:spLocks noGrp="1"/>
          </p:cNvSpPr>
          <p:nvPr/>
        </p:nvSpPr>
        <p:spPr>
          <a:xfrm>
            <a:off x="5725002" y="3743325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F637715-C6B9-4F43-81AD-DAF9883F66BE}"/>
              </a:ext>
            </a:extLst>
          </p:cNvPr>
          <p:cNvSpPr>
            <a:spLocks noGrp="1"/>
          </p:cNvSpPr>
          <p:nvPr/>
        </p:nvSpPr>
        <p:spPr>
          <a:xfrm>
            <a:off x="1280160" y="3943350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971F0B3-5539-475A-AB57-001974D5DA6D}"/>
              </a:ext>
            </a:extLst>
          </p:cNvPr>
          <p:cNvSpPr>
            <a:spLocks noGrp="1"/>
          </p:cNvSpPr>
          <p:nvPr/>
        </p:nvSpPr>
        <p:spPr>
          <a:xfrm>
            <a:off x="371475" y="4017645"/>
            <a:ext cx="828675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9月10日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84726F4-8F22-4CF1-AB37-B36F0CB6C726}"/>
              </a:ext>
            </a:extLst>
          </p:cNvPr>
          <p:cNvSpPr>
            <a:spLocks noGrp="1"/>
          </p:cNvSpPr>
          <p:nvPr/>
        </p:nvSpPr>
        <p:spPr>
          <a:xfrm>
            <a:off x="1280160" y="4023360"/>
            <a:ext cx="6275070" cy="182880"/>
          </a:xfrm>
          <a:prstGeom prst="rect">
            <a:avLst/>
          </a:prstGeom>
          <a:solidFill>
            <a:srgbClr val="E9EEF3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F56103C-9C2A-41C7-A8E0-85404084077D}"/>
              </a:ext>
            </a:extLst>
          </p:cNvPr>
          <p:cNvSpPr>
            <a:spLocks noGrp="1"/>
          </p:cNvSpPr>
          <p:nvPr/>
        </p:nvSpPr>
        <p:spPr>
          <a:xfrm>
            <a:off x="2848928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140574E-96BE-4CB4-BC83-30687CE9891C}"/>
              </a:ext>
            </a:extLst>
          </p:cNvPr>
          <p:cNvSpPr>
            <a:spLocks noGrp="1"/>
          </p:cNvSpPr>
          <p:nvPr/>
        </p:nvSpPr>
        <p:spPr>
          <a:xfrm>
            <a:off x="4417695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C3D599D-7722-44D7-9CED-C8D0114A2497}"/>
              </a:ext>
            </a:extLst>
          </p:cNvPr>
          <p:cNvSpPr>
            <a:spLocks noGrp="1"/>
          </p:cNvSpPr>
          <p:nvPr/>
        </p:nvSpPr>
        <p:spPr>
          <a:xfrm>
            <a:off x="5986463" y="4023360"/>
            <a:ext cx="5715" cy="182880"/>
          </a:xfrm>
          <a:prstGeom prst="rect">
            <a:avLst/>
          </a:prstGeom>
          <a:solidFill>
            <a:srgbClr val="C7D0D9"/>
          </a:solidFill>
          <a:ln w="0"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921C01D-DE8B-487B-AD94-B64D0B0CE428}"/>
              </a:ext>
            </a:extLst>
          </p:cNvPr>
          <p:cNvSpPr>
            <a:spLocks noGrp="1"/>
          </p:cNvSpPr>
          <p:nvPr/>
        </p:nvSpPr>
        <p:spPr>
          <a:xfrm>
            <a:off x="1280160" y="4034790"/>
            <a:ext cx="2091690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D057629-ECE7-422A-A0BF-0BCE2DF8C6D9}"/>
              </a:ext>
            </a:extLst>
          </p:cNvPr>
          <p:cNvSpPr>
            <a:spLocks noGrp="1"/>
          </p:cNvSpPr>
          <p:nvPr/>
        </p:nvSpPr>
        <p:spPr>
          <a:xfrm>
            <a:off x="5725002" y="4034790"/>
            <a:ext cx="1830229" cy="160020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8A12AEA-551A-45E7-948F-BF6364258F24}"/>
              </a:ext>
            </a:extLst>
          </p:cNvPr>
          <p:cNvSpPr>
            <a:spLocks noGrp="1"/>
          </p:cNvSpPr>
          <p:nvPr/>
        </p:nvSpPr>
        <p:spPr>
          <a:xfrm>
            <a:off x="1280160" y="4234815"/>
            <a:ext cx="6275070" cy="5715"/>
          </a:xfrm>
          <a:prstGeom prst="rect">
            <a:avLst/>
          </a:prstGeom>
          <a:solidFill>
            <a:srgbClr val="D7DEE7"/>
          </a:solidFill>
          <a:ln w="0"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DF4EDFEC-465E-48DC-8061-6F699E25F0FB}"/>
              </a:ext>
            </a:extLst>
          </p:cNvPr>
          <p:cNvSpPr>
            <a:spLocks noGrp="1"/>
          </p:cNvSpPr>
          <p:nvPr/>
        </p:nvSpPr>
        <p:spPr>
          <a:xfrm>
            <a:off x="7629525" y="1291590"/>
            <a:ext cx="131445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每行24小时（UTC）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0066BE7-32EB-4BF4-A9EB-CE27F1FD4C69}"/>
              </a:ext>
            </a:extLst>
          </p:cNvPr>
          <p:cNvSpPr>
            <a:spLocks noGrp="1"/>
          </p:cNvSpPr>
          <p:nvPr/>
        </p:nvSpPr>
        <p:spPr>
          <a:xfrm>
            <a:off x="7646670" y="1605915"/>
            <a:ext cx="125730" cy="85725"/>
          </a:xfrm>
          <a:prstGeom prst="rect">
            <a:avLst/>
          </a:prstGeom>
          <a:solidFill>
            <a:srgbClr val="244D80"/>
          </a:solidFill>
          <a:ln w="0">
            <a:noFill/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F6D2952-953B-4185-995A-2E9477BE4D9F}"/>
              </a:ext>
            </a:extLst>
          </p:cNvPr>
          <p:cNvSpPr>
            <a:spLocks noGrp="1"/>
          </p:cNvSpPr>
          <p:nvPr/>
        </p:nvSpPr>
        <p:spPr>
          <a:xfrm>
            <a:off x="7818120" y="1577340"/>
            <a:ext cx="88582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已有P10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EF6EA27C-D7F8-4CC6-86DE-910B5E9C6233}"/>
              </a:ext>
            </a:extLst>
          </p:cNvPr>
          <p:cNvSpPr>
            <a:spLocks noGrp="1"/>
          </p:cNvSpPr>
          <p:nvPr/>
        </p:nvSpPr>
        <p:spPr>
          <a:xfrm>
            <a:off x="7646670" y="1817370"/>
            <a:ext cx="125730" cy="85725"/>
          </a:xfrm>
          <a:prstGeom prst="rect">
            <a:avLst/>
          </a:prstGeom>
          <a:solidFill>
            <a:srgbClr val="2377B7"/>
          </a:solidFill>
          <a:ln w="0"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2C1A531-749A-43F5-A9BC-BA68B120CF03}"/>
              </a:ext>
            </a:extLst>
          </p:cNvPr>
          <p:cNvSpPr>
            <a:spLocks noGrp="1"/>
          </p:cNvSpPr>
          <p:nvPr/>
        </p:nvSpPr>
        <p:spPr>
          <a:xfrm>
            <a:off x="7818120" y="1788795"/>
            <a:ext cx="88582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新增P10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8760A7A-6AE8-4CA7-AB59-25D5252D7E6E}"/>
              </a:ext>
            </a:extLst>
          </p:cNvPr>
          <p:cNvSpPr>
            <a:spLocks noGrp="1"/>
          </p:cNvSpPr>
          <p:nvPr/>
        </p:nvSpPr>
        <p:spPr>
          <a:xfrm>
            <a:off x="7646670" y="2028825"/>
            <a:ext cx="125730" cy="85725"/>
          </a:xfrm>
          <a:prstGeom prst="rect">
            <a:avLst/>
          </a:prstGeom>
          <a:solidFill>
            <a:srgbClr val="D55A45"/>
          </a:solidFill>
          <a:ln w="0">
            <a:noFill/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703121FD-9644-4D1F-8FB5-0BAA232FFEC6}"/>
              </a:ext>
            </a:extLst>
          </p:cNvPr>
          <p:cNvSpPr>
            <a:spLocks noGrp="1"/>
          </p:cNvSpPr>
          <p:nvPr/>
        </p:nvSpPr>
        <p:spPr>
          <a:xfrm>
            <a:off x="7818120" y="2000250"/>
            <a:ext cx="88582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3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新增P90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030A626-47EB-4D83-B1DB-D8934E0D89FA}"/>
              </a:ext>
            </a:extLst>
          </p:cNvPr>
          <p:cNvSpPr>
            <a:spLocks noGrp="1"/>
          </p:cNvSpPr>
          <p:nvPr/>
        </p:nvSpPr>
        <p:spPr>
          <a:xfrm>
            <a:off x="314325" y="4377690"/>
            <a:ext cx="84582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dirty="0"/>
              <a:t>新增P10：5段、40 h      新增P90：2段、20 h      原有P10：3段、前十天占31 h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9D83777-620E-4A3F-837C-ACE96D0BDAC9}"/>
              </a:ext>
            </a:extLst>
          </p:cNvPr>
          <p:cNvSpPr>
            <a:spLocks noGrp="1"/>
          </p:cNvSpPr>
          <p:nvPr/>
        </p:nvSpPr>
        <p:spPr>
          <a:xfrm>
            <a:off x="314325" y="4646295"/>
            <a:ext cx="8458200" cy="1543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/>
              <a:t>所有新片段分别占用不同日历日；相邻片段之间保留正常小时，不覆盖原有阈值小时</a:t>
            </a:r>
            <a:r>
              <a:rPr sz="900" dirty="0"/>
              <a:t>。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57EE1F8-1837-F038-62E7-3D9778B8BE47}"/>
              </a:ext>
            </a:extLst>
          </p:cNvPr>
          <p:cNvSpPr txBox="1"/>
          <p:nvPr/>
        </p:nvSpPr>
        <p:spPr>
          <a:xfrm>
            <a:off x="6657807" y="443305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间隔</a:t>
            </a:r>
            <a:r>
              <a:rPr lang="en-US" altLang="zh-CN" dirty="0"/>
              <a:t>3h</a:t>
            </a:r>
            <a:r>
              <a:rPr lang="zh-CN" altLang="en-US" dirty="0"/>
              <a:t>，空间</a:t>
            </a:r>
          </a:p>
        </p:txBody>
      </p:sp>
    </p:spTree>
    <p:extLst>
      <p:ext uri="{BB962C8B-B14F-4D97-AF65-F5344CB8AC3E}">
        <p14:creationId xmlns:p14="http://schemas.microsoft.com/office/powerpoint/2010/main" val="97372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>
            <a:extLst>
              <a:ext uri="{FF2B5EF4-FFF2-40B4-BE49-F238E27FC236}">
                <a16:creationId xmlns:a16="http://schemas.microsoft.com/office/drawing/2014/main" id="{B6F9B97D-1664-48E3-9037-516FDCA6D080}"/>
              </a:ext>
            </a:extLst>
          </p:cNvPr>
          <p:cNvSpPr>
            <a:spLocks noGrp="1"/>
          </p:cNvSpPr>
          <p:nvPr/>
        </p:nvSpPr>
        <p:spPr>
          <a:xfrm>
            <a:off x="297180" y="160020"/>
            <a:ext cx="828675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 dirty="0"/>
              <a:t>0</a:t>
            </a:r>
            <a:r>
              <a:rPr lang="en-US" altLang="zh-CN" sz="2160" dirty="0"/>
              <a:t>4</a:t>
            </a:r>
            <a:r>
              <a:rPr sz="2160" dirty="0"/>
              <a:t>  9月候选片段与本轮额度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4A33C6-BCCF-4F5A-83EA-716CAA8C4048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D2975F-EF23-4C99-866A-22CA4386457A}"/>
              </a:ext>
            </a:extLst>
          </p:cNvPr>
          <p:cNvSpPr>
            <a:spLocks noGrp="1"/>
          </p:cNvSpPr>
          <p:nvPr/>
        </p:nvSpPr>
        <p:spPr>
          <a:xfrm>
            <a:off x="308610" y="754380"/>
            <a:ext cx="8458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/>
              <a:t>同库、同月取完整片段，从平均风速中位附近依次试插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503714-00AB-47C6-80F5-97B271214F03}"/>
              </a:ext>
            </a:extLst>
          </p:cNvPr>
          <p:cNvSpPr>
            <a:spLocks noGrp="1"/>
          </p:cNvSpPr>
          <p:nvPr/>
        </p:nvSpPr>
        <p:spPr>
          <a:xfrm>
            <a:off x="314325" y="4834890"/>
            <a:ext cx="51435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海风大资源年1988 · 9月算例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C72BEB-6AC1-416B-9CEF-2686A1B29017}"/>
              </a:ext>
            </a:extLst>
          </p:cNvPr>
          <p:cNvSpPr>
            <a:spLocks noGrp="1"/>
          </p:cNvSpPr>
          <p:nvPr/>
        </p:nvSpPr>
        <p:spPr>
          <a:xfrm>
            <a:off x="8172450" y="4829175"/>
            <a:ext cx="640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02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67BAF-6FE2-4ECC-96BE-4DBE2174C7B7}"/>
              </a:ext>
            </a:extLst>
          </p:cNvPr>
          <p:cNvSpPr>
            <a:spLocks noGrp="1"/>
          </p:cNvSpPr>
          <p:nvPr/>
        </p:nvSpPr>
        <p:spPr>
          <a:xfrm>
            <a:off x="342900" y="1183005"/>
            <a:ext cx="834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/>
              <a:t>P10：220段候选，月缺口76 h，本轮额度38 h，实际插入40 h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87F908-C027-4123-BADD-92D6EF3C6BC4}"/>
              </a:ext>
            </a:extLst>
          </p:cNvPr>
          <p:cNvSpPr>
            <a:spLocks noGrp="1"/>
          </p:cNvSpPr>
          <p:nvPr/>
        </p:nvSpPr>
        <p:spPr>
          <a:xfrm>
            <a:off x="342900" y="1457325"/>
            <a:ext cx="834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/>
              <a:t>P90：45段候选，月缺口37 h，本轮额度19 h，实际插入20 h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EEE4A49-B5D9-4FA6-987E-9AEDF862337E}"/>
              </a:ext>
            </a:extLst>
          </p:cNvPr>
          <p:cNvSpPr>
            <a:spLocks noGrp="1"/>
          </p:cNvSpPr>
          <p:nvPr/>
        </p:nvSpPr>
        <p:spPr>
          <a:xfrm>
            <a:off x="342900" y="1885950"/>
            <a:ext cx="628650" cy="274320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171CD8-D880-4F4F-8A02-862227617E87}"/>
              </a:ext>
            </a:extLst>
          </p:cNvPr>
          <p:cNvSpPr>
            <a:spLocks noGrp="1"/>
          </p:cNvSpPr>
          <p:nvPr/>
        </p:nvSpPr>
        <p:spPr>
          <a:xfrm>
            <a:off x="371475" y="1897380"/>
            <a:ext cx="5715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序号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F1B820-C393-4D72-AF13-FBA3FCC5881C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914400" cy="274320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5B0DE3-70D7-4F61-B51F-6D33D2633517}"/>
              </a:ext>
            </a:extLst>
          </p:cNvPr>
          <p:cNvSpPr>
            <a:spLocks noGrp="1"/>
          </p:cNvSpPr>
          <p:nvPr/>
        </p:nvSpPr>
        <p:spPr>
          <a:xfrm>
            <a:off x="1000125" y="189738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尾部 / 名次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A8AFA8-04B9-4F2A-B1A1-CC35E77A3E4E}"/>
              </a:ext>
            </a:extLst>
          </p:cNvPr>
          <p:cNvSpPr>
            <a:spLocks noGrp="1"/>
          </p:cNvSpPr>
          <p:nvPr/>
        </p:nvSpPr>
        <p:spPr>
          <a:xfrm>
            <a:off x="1885950" y="1885950"/>
            <a:ext cx="2000250" cy="274320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0B4179-CFEC-488B-937C-8459DD637A40}"/>
              </a:ext>
            </a:extLst>
          </p:cNvPr>
          <p:cNvSpPr>
            <a:spLocks noGrp="1"/>
          </p:cNvSpPr>
          <p:nvPr/>
        </p:nvSpPr>
        <p:spPr>
          <a:xfrm>
            <a:off x="1914525" y="1897380"/>
            <a:ext cx="19431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历史来源开始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A37ACC-1A1E-4092-A130-39660E821017}"/>
              </a:ext>
            </a:extLst>
          </p:cNvPr>
          <p:cNvSpPr>
            <a:spLocks noGrp="1"/>
          </p:cNvSpPr>
          <p:nvPr/>
        </p:nvSpPr>
        <p:spPr>
          <a:xfrm>
            <a:off x="3886200" y="1885950"/>
            <a:ext cx="1428750" cy="274320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32D280-830B-4AC3-9ACD-2A8E3FD8276E}"/>
              </a:ext>
            </a:extLst>
          </p:cNvPr>
          <p:cNvSpPr>
            <a:spLocks noGrp="1"/>
          </p:cNvSpPr>
          <p:nvPr/>
        </p:nvSpPr>
        <p:spPr>
          <a:xfrm>
            <a:off x="3914775" y="1897380"/>
            <a:ext cx="13716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长度 / 片段均速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F9409D-24E4-44F1-97C0-0DBB56B7D281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3457575" cy="274320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D0BCBE-6D30-47BB-B0BD-F513946064F6}"/>
              </a:ext>
            </a:extLst>
          </p:cNvPr>
          <p:cNvSpPr>
            <a:spLocks noGrp="1"/>
          </p:cNvSpPr>
          <p:nvPr/>
        </p:nvSpPr>
        <p:spPr>
          <a:xfrm>
            <a:off x="5343525" y="1897380"/>
            <a:ext cx="34004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1988年目标时段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DD0842-055C-4EF6-8F16-22B1245EA535}"/>
              </a:ext>
            </a:extLst>
          </p:cNvPr>
          <p:cNvSpPr>
            <a:spLocks noGrp="1"/>
          </p:cNvSpPr>
          <p:nvPr/>
        </p:nvSpPr>
        <p:spPr>
          <a:xfrm>
            <a:off x="342900" y="2160270"/>
            <a:ext cx="6286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845A7B-394F-4593-985B-3EC2E5F79959}"/>
              </a:ext>
            </a:extLst>
          </p:cNvPr>
          <p:cNvSpPr>
            <a:spLocks noGrp="1"/>
          </p:cNvSpPr>
          <p:nvPr/>
        </p:nvSpPr>
        <p:spPr>
          <a:xfrm>
            <a:off x="371475" y="2171700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A64F13-9F3B-4BDF-B771-4579696E8788}"/>
              </a:ext>
            </a:extLst>
          </p:cNvPr>
          <p:cNvSpPr>
            <a:spLocks noGrp="1"/>
          </p:cNvSpPr>
          <p:nvPr/>
        </p:nvSpPr>
        <p:spPr>
          <a:xfrm>
            <a:off x="971550" y="2160270"/>
            <a:ext cx="91440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9BBC52A-86CF-417C-893C-35F46216ADA6}"/>
              </a:ext>
            </a:extLst>
          </p:cNvPr>
          <p:cNvSpPr>
            <a:spLocks noGrp="1"/>
          </p:cNvSpPr>
          <p:nvPr/>
        </p:nvSpPr>
        <p:spPr>
          <a:xfrm>
            <a:off x="1000125" y="2171700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 / 第110名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4AF4B7-5912-4E09-8DF8-A16AC8F96E6C}"/>
              </a:ext>
            </a:extLst>
          </p:cNvPr>
          <p:cNvSpPr>
            <a:spLocks noGrp="1"/>
          </p:cNvSpPr>
          <p:nvPr/>
        </p:nvSpPr>
        <p:spPr>
          <a:xfrm>
            <a:off x="1885950" y="2160270"/>
            <a:ext cx="20002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57DC6DA-97B0-4EE4-BDA5-76B70006D2E6}"/>
              </a:ext>
            </a:extLst>
          </p:cNvPr>
          <p:cNvSpPr>
            <a:spLocks noGrp="1"/>
          </p:cNvSpPr>
          <p:nvPr/>
        </p:nvSpPr>
        <p:spPr>
          <a:xfrm>
            <a:off x="1914525" y="2171700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2020年 09-08 22:00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DBB37C-1F00-4DF1-83A5-CC6AD4F9E22B}"/>
              </a:ext>
            </a:extLst>
          </p:cNvPr>
          <p:cNvSpPr>
            <a:spLocks noGrp="1"/>
          </p:cNvSpPr>
          <p:nvPr/>
        </p:nvSpPr>
        <p:spPr>
          <a:xfrm>
            <a:off x="3886200" y="2160270"/>
            <a:ext cx="14287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51B54DF-48EC-4227-AC36-07060C061224}"/>
              </a:ext>
            </a:extLst>
          </p:cNvPr>
          <p:cNvSpPr>
            <a:spLocks noGrp="1"/>
          </p:cNvSpPr>
          <p:nvPr/>
        </p:nvSpPr>
        <p:spPr>
          <a:xfrm>
            <a:off x="3914775" y="2171700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9 h / 3.000 m/s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185F26-4228-4CA6-B721-5606AD8B184F}"/>
              </a:ext>
            </a:extLst>
          </p:cNvPr>
          <p:cNvSpPr>
            <a:spLocks noGrp="1"/>
          </p:cNvSpPr>
          <p:nvPr/>
        </p:nvSpPr>
        <p:spPr>
          <a:xfrm>
            <a:off x="5314950" y="2160270"/>
            <a:ext cx="3457575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BE7EF1-7DA7-43C1-926A-F9F81A9C887B}"/>
              </a:ext>
            </a:extLst>
          </p:cNvPr>
          <p:cNvSpPr>
            <a:spLocks noGrp="1"/>
          </p:cNvSpPr>
          <p:nvPr/>
        </p:nvSpPr>
        <p:spPr>
          <a:xfrm>
            <a:off x="5343525" y="2171700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09-01 00:00—08:00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3AECBEF-E4AD-48F5-AFC5-DCC44A16CA50}"/>
              </a:ext>
            </a:extLst>
          </p:cNvPr>
          <p:cNvSpPr>
            <a:spLocks noGrp="1"/>
          </p:cNvSpPr>
          <p:nvPr/>
        </p:nvSpPr>
        <p:spPr>
          <a:xfrm>
            <a:off x="342900" y="2480310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679C103-7288-430B-954A-8FD80B77C402}"/>
              </a:ext>
            </a:extLst>
          </p:cNvPr>
          <p:cNvSpPr>
            <a:spLocks noGrp="1"/>
          </p:cNvSpPr>
          <p:nvPr/>
        </p:nvSpPr>
        <p:spPr>
          <a:xfrm>
            <a:off x="342900" y="2486025"/>
            <a:ext cx="6286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6DA923F-AAE3-466B-999C-3B303D306004}"/>
              </a:ext>
            </a:extLst>
          </p:cNvPr>
          <p:cNvSpPr>
            <a:spLocks noGrp="1"/>
          </p:cNvSpPr>
          <p:nvPr/>
        </p:nvSpPr>
        <p:spPr>
          <a:xfrm>
            <a:off x="371475" y="2497455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BD8A42-1873-442F-8195-03A65AFE24B2}"/>
              </a:ext>
            </a:extLst>
          </p:cNvPr>
          <p:cNvSpPr>
            <a:spLocks noGrp="1"/>
          </p:cNvSpPr>
          <p:nvPr/>
        </p:nvSpPr>
        <p:spPr>
          <a:xfrm>
            <a:off x="971550" y="2486025"/>
            <a:ext cx="91440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FEA5102-426F-4E25-B014-09AD07674B53}"/>
              </a:ext>
            </a:extLst>
          </p:cNvPr>
          <p:cNvSpPr>
            <a:spLocks noGrp="1"/>
          </p:cNvSpPr>
          <p:nvPr/>
        </p:nvSpPr>
        <p:spPr>
          <a:xfrm>
            <a:off x="1000125" y="2497455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 / 第109名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9DAB3B3-C685-4C7E-827B-7664B92AA51C}"/>
              </a:ext>
            </a:extLst>
          </p:cNvPr>
          <p:cNvSpPr>
            <a:spLocks noGrp="1"/>
          </p:cNvSpPr>
          <p:nvPr/>
        </p:nvSpPr>
        <p:spPr>
          <a:xfrm>
            <a:off x="1885950" y="2486025"/>
            <a:ext cx="20002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F0E731E-1D28-4FCA-B6F7-387FECD7119F}"/>
              </a:ext>
            </a:extLst>
          </p:cNvPr>
          <p:cNvSpPr>
            <a:spLocks noGrp="1"/>
          </p:cNvSpPr>
          <p:nvPr/>
        </p:nvSpPr>
        <p:spPr>
          <a:xfrm>
            <a:off x="1914525" y="2497455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1955年 09-07 23:00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2A88B9-E8E4-4C84-9560-B2093D91B364}"/>
              </a:ext>
            </a:extLst>
          </p:cNvPr>
          <p:cNvSpPr>
            <a:spLocks noGrp="1"/>
          </p:cNvSpPr>
          <p:nvPr/>
        </p:nvSpPr>
        <p:spPr>
          <a:xfrm>
            <a:off x="3886200" y="2486025"/>
            <a:ext cx="14287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89717F9-D81D-4BCC-9C5A-431ADD9F9E9B}"/>
              </a:ext>
            </a:extLst>
          </p:cNvPr>
          <p:cNvSpPr>
            <a:spLocks noGrp="1"/>
          </p:cNvSpPr>
          <p:nvPr/>
        </p:nvSpPr>
        <p:spPr>
          <a:xfrm>
            <a:off x="3914775" y="2497455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10 h / 2.986 m/s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ADA3F9-0C7D-4B00-9700-EFF273E8F594}"/>
              </a:ext>
            </a:extLst>
          </p:cNvPr>
          <p:cNvSpPr>
            <a:spLocks noGrp="1"/>
          </p:cNvSpPr>
          <p:nvPr/>
        </p:nvSpPr>
        <p:spPr>
          <a:xfrm>
            <a:off x="5314950" y="2486025"/>
            <a:ext cx="3457575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293BE6E-3567-43D8-A2D1-33AC5121095B}"/>
              </a:ext>
            </a:extLst>
          </p:cNvPr>
          <p:cNvSpPr>
            <a:spLocks noGrp="1"/>
          </p:cNvSpPr>
          <p:nvPr/>
        </p:nvSpPr>
        <p:spPr>
          <a:xfrm>
            <a:off x="5343525" y="2497455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09-02 00:00—09:00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00A409B-44E0-45EC-88CC-654DC095A212}"/>
              </a:ext>
            </a:extLst>
          </p:cNvPr>
          <p:cNvSpPr>
            <a:spLocks noGrp="1"/>
          </p:cNvSpPr>
          <p:nvPr/>
        </p:nvSpPr>
        <p:spPr>
          <a:xfrm>
            <a:off x="342900" y="2806065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C477E02-0828-4A59-BF62-E3B474595459}"/>
              </a:ext>
            </a:extLst>
          </p:cNvPr>
          <p:cNvSpPr>
            <a:spLocks noGrp="1"/>
          </p:cNvSpPr>
          <p:nvPr/>
        </p:nvSpPr>
        <p:spPr>
          <a:xfrm>
            <a:off x="342900" y="2811780"/>
            <a:ext cx="6286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CDD311F-55DE-4E94-ACF9-ABF2DDA07D6E}"/>
              </a:ext>
            </a:extLst>
          </p:cNvPr>
          <p:cNvSpPr>
            <a:spLocks noGrp="1"/>
          </p:cNvSpPr>
          <p:nvPr/>
        </p:nvSpPr>
        <p:spPr>
          <a:xfrm>
            <a:off x="371475" y="2823210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3467D0B-899A-45FA-BD56-5FEB5FE516F1}"/>
              </a:ext>
            </a:extLst>
          </p:cNvPr>
          <p:cNvSpPr>
            <a:spLocks noGrp="1"/>
          </p:cNvSpPr>
          <p:nvPr/>
        </p:nvSpPr>
        <p:spPr>
          <a:xfrm>
            <a:off x="971550" y="2811780"/>
            <a:ext cx="91440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59E32B-D2AB-4FC0-9970-744DED48C622}"/>
              </a:ext>
            </a:extLst>
          </p:cNvPr>
          <p:cNvSpPr>
            <a:spLocks noGrp="1"/>
          </p:cNvSpPr>
          <p:nvPr/>
        </p:nvSpPr>
        <p:spPr>
          <a:xfrm>
            <a:off x="1000125" y="2823210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 / 第108名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786F122-BE58-4FFB-AE0D-F37A8F6471AF}"/>
              </a:ext>
            </a:extLst>
          </p:cNvPr>
          <p:cNvSpPr>
            <a:spLocks noGrp="1"/>
          </p:cNvSpPr>
          <p:nvPr/>
        </p:nvSpPr>
        <p:spPr>
          <a:xfrm>
            <a:off x="1885950" y="2811780"/>
            <a:ext cx="20002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FEDB1A6-A1B0-471D-B523-2B86836DEE23}"/>
              </a:ext>
            </a:extLst>
          </p:cNvPr>
          <p:cNvSpPr>
            <a:spLocks noGrp="1"/>
          </p:cNvSpPr>
          <p:nvPr/>
        </p:nvSpPr>
        <p:spPr>
          <a:xfrm>
            <a:off x="1914525" y="2823210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1989年 09-19 10:00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7670B08-E4E6-4DAE-8A4E-EC3CDA81610E}"/>
              </a:ext>
            </a:extLst>
          </p:cNvPr>
          <p:cNvSpPr>
            <a:spLocks noGrp="1"/>
          </p:cNvSpPr>
          <p:nvPr/>
        </p:nvSpPr>
        <p:spPr>
          <a:xfrm>
            <a:off x="3886200" y="2811780"/>
            <a:ext cx="14287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40A7405-0B95-4379-9EC9-65C1F4B51B80}"/>
              </a:ext>
            </a:extLst>
          </p:cNvPr>
          <p:cNvSpPr>
            <a:spLocks noGrp="1"/>
          </p:cNvSpPr>
          <p:nvPr/>
        </p:nvSpPr>
        <p:spPr>
          <a:xfrm>
            <a:off x="3914775" y="2823210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7 h / 2.984 m/s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C3D80D-DED5-4823-B6DE-251ECB58456D}"/>
              </a:ext>
            </a:extLst>
          </p:cNvPr>
          <p:cNvSpPr>
            <a:spLocks noGrp="1"/>
          </p:cNvSpPr>
          <p:nvPr/>
        </p:nvSpPr>
        <p:spPr>
          <a:xfrm>
            <a:off x="5314950" y="2811780"/>
            <a:ext cx="3457575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BC4761-F5ED-4B12-BA22-0385F9EFAFC7}"/>
              </a:ext>
            </a:extLst>
          </p:cNvPr>
          <p:cNvSpPr>
            <a:spLocks noGrp="1"/>
          </p:cNvSpPr>
          <p:nvPr/>
        </p:nvSpPr>
        <p:spPr>
          <a:xfrm>
            <a:off x="5343525" y="2823210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09-03 01:00—07:00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6D04B76-5BC3-4C37-B44C-25E781B98878}"/>
              </a:ext>
            </a:extLst>
          </p:cNvPr>
          <p:cNvSpPr>
            <a:spLocks noGrp="1"/>
          </p:cNvSpPr>
          <p:nvPr/>
        </p:nvSpPr>
        <p:spPr>
          <a:xfrm>
            <a:off x="342900" y="3131820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574B54E-8B7F-4CD8-A200-1C78DC88D06B}"/>
              </a:ext>
            </a:extLst>
          </p:cNvPr>
          <p:cNvSpPr>
            <a:spLocks noGrp="1"/>
          </p:cNvSpPr>
          <p:nvPr/>
        </p:nvSpPr>
        <p:spPr>
          <a:xfrm>
            <a:off x="342900" y="3137535"/>
            <a:ext cx="6286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03180CF-F7AE-42EE-9229-53622C76EBAA}"/>
              </a:ext>
            </a:extLst>
          </p:cNvPr>
          <p:cNvSpPr>
            <a:spLocks noGrp="1"/>
          </p:cNvSpPr>
          <p:nvPr/>
        </p:nvSpPr>
        <p:spPr>
          <a:xfrm>
            <a:off x="371475" y="3148965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4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8375A50-B09D-4E8B-B34A-39480271C6D7}"/>
              </a:ext>
            </a:extLst>
          </p:cNvPr>
          <p:cNvSpPr>
            <a:spLocks noGrp="1"/>
          </p:cNvSpPr>
          <p:nvPr/>
        </p:nvSpPr>
        <p:spPr>
          <a:xfrm>
            <a:off x="971550" y="3137535"/>
            <a:ext cx="91440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E5C7C41-4896-4EE2-9E6F-35E8070E4AB3}"/>
              </a:ext>
            </a:extLst>
          </p:cNvPr>
          <p:cNvSpPr>
            <a:spLocks noGrp="1"/>
          </p:cNvSpPr>
          <p:nvPr/>
        </p:nvSpPr>
        <p:spPr>
          <a:xfrm>
            <a:off x="1000125" y="3148965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 / 第107名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0475866-7780-4F04-A1C4-6C8A70CD904B}"/>
              </a:ext>
            </a:extLst>
          </p:cNvPr>
          <p:cNvSpPr>
            <a:spLocks noGrp="1"/>
          </p:cNvSpPr>
          <p:nvPr/>
        </p:nvSpPr>
        <p:spPr>
          <a:xfrm>
            <a:off x="1885950" y="3137535"/>
            <a:ext cx="20002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43BE2EC-64E7-499D-AEFB-96EEB63F2FF0}"/>
              </a:ext>
            </a:extLst>
          </p:cNvPr>
          <p:cNvSpPr>
            <a:spLocks noGrp="1"/>
          </p:cNvSpPr>
          <p:nvPr/>
        </p:nvSpPr>
        <p:spPr>
          <a:xfrm>
            <a:off x="1914525" y="3148965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1971年 09-17 17:00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DEBD7D9-84FE-4D20-870A-E5AE0427C68C}"/>
              </a:ext>
            </a:extLst>
          </p:cNvPr>
          <p:cNvSpPr>
            <a:spLocks noGrp="1"/>
          </p:cNvSpPr>
          <p:nvPr/>
        </p:nvSpPr>
        <p:spPr>
          <a:xfrm>
            <a:off x="3886200" y="3137535"/>
            <a:ext cx="14287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025E678-B005-4F62-8830-32D8D7246FD4}"/>
              </a:ext>
            </a:extLst>
          </p:cNvPr>
          <p:cNvSpPr>
            <a:spLocks noGrp="1"/>
          </p:cNvSpPr>
          <p:nvPr/>
        </p:nvSpPr>
        <p:spPr>
          <a:xfrm>
            <a:off x="3914775" y="3148965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5 h / 2.969 m/s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D67B02A-C672-4B7E-8A2A-52BBEAEB4F48}"/>
              </a:ext>
            </a:extLst>
          </p:cNvPr>
          <p:cNvSpPr>
            <a:spLocks noGrp="1"/>
          </p:cNvSpPr>
          <p:nvPr/>
        </p:nvSpPr>
        <p:spPr>
          <a:xfrm>
            <a:off x="5314950" y="3137535"/>
            <a:ext cx="3457575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57A8EAB-72E6-449A-B820-05C6755041B8}"/>
              </a:ext>
            </a:extLst>
          </p:cNvPr>
          <p:cNvSpPr>
            <a:spLocks noGrp="1"/>
          </p:cNvSpPr>
          <p:nvPr/>
        </p:nvSpPr>
        <p:spPr>
          <a:xfrm>
            <a:off x="5343525" y="3148965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09-04 00:00—04:00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929FDE7-124F-4C34-81E5-CD6C8D1BCFAF}"/>
              </a:ext>
            </a:extLst>
          </p:cNvPr>
          <p:cNvSpPr>
            <a:spLocks noGrp="1"/>
          </p:cNvSpPr>
          <p:nvPr/>
        </p:nvSpPr>
        <p:spPr>
          <a:xfrm>
            <a:off x="342900" y="3457575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183102C-0A1E-42BD-B6E8-4B7E80B6EF91}"/>
              </a:ext>
            </a:extLst>
          </p:cNvPr>
          <p:cNvSpPr>
            <a:spLocks noGrp="1"/>
          </p:cNvSpPr>
          <p:nvPr/>
        </p:nvSpPr>
        <p:spPr>
          <a:xfrm>
            <a:off x="342900" y="3463290"/>
            <a:ext cx="6286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7C9AB01-C51A-4382-BDEE-2E3959F1068A}"/>
              </a:ext>
            </a:extLst>
          </p:cNvPr>
          <p:cNvSpPr>
            <a:spLocks noGrp="1"/>
          </p:cNvSpPr>
          <p:nvPr/>
        </p:nvSpPr>
        <p:spPr>
          <a:xfrm>
            <a:off x="371475" y="3474720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5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E7AD208-12AC-479F-933B-CED1CDB43E70}"/>
              </a:ext>
            </a:extLst>
          </p:cNvPr>
          <p:cNvSpPr>
            <a:spLocks noGrp="1"/>
          </p:cNvSpPr>
          <p:nvPr/>
        </p:nvSpPr>
        <p:spPr>
          <a:xfrm>
            <a:off x="971550" y="3463290"/>
            <a:ext cx="91440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5C48562-FD23-45FD-BA2F-0FD7F2AEA986}"/>
              </a:ext>
            </a:extLst>
          </p:cNvPr>
          <p:cNvSpPr>
            <a:spLocks noGrp="1"/>
          </p:cNvSpPr>
          <p:nvPr/>
        </p:nvSpPr>
        <p:spPr>
          <a:xfrm>
            <a:off x="1000125" y="3474720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 / 第106名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27CF4F1-CB2B-4E80-AB3B-986D5A1CE741}"/>
              </a:ext>
            </a:extLst>
          </p:cNvPr>
          <p:cNvSpPr>
            <a:spLocks noGrp="1"/>
          </p:cNvSpPr>
          <p:nvPr/>
        </p:nvSpPr>
        <p:spPr>
          <a:xfrm>
            <a:off x="1885950" y="3463290"/>
            <a:ext cx="20002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78D1294-091D-4278-938B-4F779C127979}"/>
              </a:ext>
            </a:extLst>
          </p:cNvPr>
          <p:cNvSpPr>
            <a:spLocks noGrp="1"/>
          </p:cNvSpPr>
          <p:nvPr/>
        </p:nvSpPr>
        <p:spPr>
          <a:xfrm>
            <a:off x="1914525" y="3474720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2020年 09-11 22:00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52C4081-B9D3-400B-BA25-4C096DED73D4}"/>
              </a:ext>
            </a:extLst>
          </p:cNvPr>
          <p:cNvSpPr>
            <a:spLocks noGrp="1"/>
          </p:cNvSpPr>
          <p:nvPr/>
        </p:nvSpPr>
        <p:spPr>
          <a:xfrm>
            <a:off x="3886200" y="3463290"/>
            <a:ext cx="14287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C72CEA8-C567-464A-B8CB-FCE1F04998BD}"/>
              </a:ext>
            </a:extLst>
          </p:cNvPr>
          <p:cNvSpPr>
            <a:spLocks noGrp="1"/>
          </p:cNvSpPr>
          <p:nvPr/>
        </p:nvSpPr>
        <p:spPr>
          <a:xfrm>
            <a:off x="3914775" y="3474720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9 h / 2.962 m/s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DD2F457-8710-4967-B81A-35773CEED5B6}"/>
              </a:ext>
            </a:extLst>
          </p:cNvPr>
          <p:cNvSpPr>
            <a:spLocks noGrp="1"/>
          </p:cNvSpPr>
          <p:nvPr/>
        </p:nvSpPr>
        <p:spPr>
          <a:xfrm>
            <a:off x="5314950" y="3463290"/>
            <a:ext cx="3457575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BF0A1C5-A822-4BB1-98C2-A7ED562BFEE7}"/>
              </a:ext>
            </a:extLst>
          </p:cNvPr>
          <p:cNvSpPr>
            <a:spLocks noGrp="1"/>
          </p:cNvSpPr>
          <p:nvPr/>
        </p:nvSpPr>
        <p:spPr>
          <a:xfrm>
            <a:off x="5343525" y="3474720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09-05 00:00—08:00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930E619-FDDD-4728-8C80-8E88485E612A}"/>
              </a:ext>
            </a:extLst>
          </p:cNvPr>
          <p:cNvSpPr>
            <a:spLocks noGrp="1"/>
          </p:cNvSpPr>
          <p:nvPr/>
        </p:nvSpPr>
        <p:spPr>
          <a:xfrm>
            <a:off x="342900" y="3783330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8B19EB0-A51D-44C5-A42F-12D98E4B26E6}"/>
              </a:ext>
            </a:extLst>
          </p:cNvPr>
          <p:cNvSpPr>
            <a:spLocks noGrp="1"/>
          </p:cNvSpPr>
          <p:nvPr/>
        </p:nvSpPr>
        <p:spPr>
          <a:xfrm>
            <a:off x="342900" y="3789045"/>
            <a:ext cx="6286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442DB5B-3D48-4C1F-8E7D-61EDAB90A0C2}"/>
              </a:ext>
            </a:extLst>
          </p:cNvPr>
          <p:cNvSpPr>
            <a:spLocks noGrp="1"/>
          </p:cNvSpPr>
          <p:nvPr/>
        </p:nvSpPr>
        <p:spPr>
          <a:xfrm>
            <a:off x="371475" y="3800475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6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0F7280A-52CA-4AEC-A851-93CD5957B6CB}"/>
              </a:ext>
            </a:extLst>
          </p:cNvPr>
          <p:cNvSpPr>
            <a:spLocks noGrp="1"/>
          </p:cNvSpPr>
          <p:nvPr/>
        </p:nvSpPr>
        <p:spPr>
          <a:xfrm>
            <a:off x="971550" y="3789045"/>
            <a:ext cx="91440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EC65C4E-E8DE-440E-8ECA-B4604801ECAE}"/>
              </a:ext>
            </a:extLst>
          </p:cNvPr>
          <p:cNvSpPr>
            <a:spLocks noGrp="1"/>
          </p:cNvSpPr>
          <p:nvPr/>
        </p:nvSpPr>
        <p:spPr>
          <a:xfrm>
            <a:off x="1000125" y="3800475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P90 / 第24名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B4550E4-F5AD-4BAB-A287-0A8FCBA85B07}"/>
              </a:ext>
            </a:extLst>
          </p:cNvPr>
          <p:cNvSpPr>
            <a:spLocks noGrp="1"/>
          </p:cNvSpPr>
          <p:nvPr/>
        </p:nvSpPr>
        <p:spPr>
          <a:xfrm>
            <a:off x="1885950" y="3789045"/>
            <a:ext cx="20002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4917821-0ADF-404A-AE19-4530D9EAAA34}"/>
              </a:ext>
            </a:extLst>
          </p:cNvPr>
          <p:cNvSpPr>
            <a:spLocks noGrp="1"/>
          </p:cNvSpPr>
          <p:nvPr/>
        </p:nvSpPr>
        <p:spPr>
          <a:xfrm>
            <a:off x="1914525" y="3800475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1953年 09-22 04:00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1BC828F-2C7E-4376-B8FC-2BEF50FB84CE}"/>
              </a:ext>
            </a:extLst>
          </p:cNvPr>
          <p:cNvSpPr>
            <a:spLocks noGrp="1"/>
          </p:cNvSpPr>
          <p:nvPr/>
        </p:nvSpPr>
        <p:spPr>
          <a:xfrm>
            <a:off x="3886200" y="3789045"/>
            <a:ext cx="1428750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EBCBA8E-9D92-4F7B-9D43-3A4E9C1FD1BA}"/>
              </a:ext>
            </a:extLst>
          </p:cNvPr>
          <p:cNvSpPr>
            <a:spLocks noGrp="1"/>
          </p:cNvSpPr>
          <p:nvPr/>
        </p:nvSpPr>
        <p:spPr>
          <a:xfrm>
            <a:off x="3914775" y="3800475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11 h / 11.456 m/s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06C0953-5BC8-454E-99F6-7B03F7EFE1E0}"/>
              </a:ext>
            </a:extLst>
          </p:cNvPr>
          <p:cNvSpPr>
            <a:spLocks noGrp="1"/>
          </p:cNvSpPr>
          <p:nvPr/>
        </p:nvSpPr>
        <p:spPr>
          <a:xfrm>
            <a:off x="5314950" y="3789045"/>
            <a:ext cx="3457575" cy="325755"/>
          </a:xfrm>
          <a:prstGeom prst="rect">
            <a:avLst/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FA63793-3F81-4C4D-A2B7-3220C5E9CF60}"/>
              </a:ext>
            </a:extLst>
          </p:cNvPr>
          <p:cNvSpPr>
            <a:spLocks noGrp="1"/>
          </p:cNvSpPr>
          <p:nvPr/>
        </p:nvSpPr>
        <p:spPr>
          <a:xfrm>
            <a:off x="5343525" y="3800475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09-06 00:00—10:00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B2747B6-C665-488F-8903-CB38F1BDD463}"/>
              </a:ext>
            </a:extLst>
          </p:cNvPr>
          <p:cNvSpPr>
            <a:spLocks noGrp="1"/>
          </p:cNvSpPr>
          <p:nvPr/>
        </p:nvSpPr>
        <p:spPr>
          <a:xfrm>
            <a:off x="342900" y="4109085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ADF4AED-60A1-4AEE-8558-9690E048F6DD}"/>
              </a:ext>
            </a:extLst>
          </p:cNvPr>
          <p:cNvSpPr>
            <a:spLocks noGrp="1"/>
          </p:cNvSpPr>
          <p:nvPr/>
        </p:nvSpPr>
        <p:spPr>
          <a:xfrm>
            <a:off x="342900" y="4114800"/>
            <a:ext cx="6286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F793C3E-E253-4285-9C48-C02E40BAC897}"/>
              </a:ext>
            </a:extLst>
          </p:cNvPr>
          <p:cNvSpPr>
            <a:spLocks noGrp="1"/>
          </p:cNvSpPr>
          <p:nvPr/>
        </p:nvSpPr>
        <p:spPr>
          <a:xfrm>
            <a:off x="371475" y="4126230"/>
            <a:ext cx="5715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7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AD4E19A-D5F7-431F-802F-C3449A1EBD01}"/>
              </a:ext>
            </a:extLst>
          </p:cNvPr>
          <p:cNvSpPr>
            <a:spLocks noGrp="1"/>
          </p:cNvSpPr>
          <p:nvPr/>
        </p:nvSpPr>
        <p:spPr>
          <a:xfrm>
            <a:off x="971550" y="4114800"/>
            <a:ext cx="91440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1680FA9-9ABF-4514-83DD-4B9A4BF630C3}"/>
              </a:ext>
            </a:extLst>
          </p:cNvPr>
          <p:cNvSpPr>
            <a:spLocks noGrp="1"/>
          </p:cNvSpPr>
          <p:nvPr/>
        </p:nvSpPr>
        <p:spPr>
          <a:xfrm>
            <a:off x="1000125" y="4126230"/>
            <a:ext cx="85725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P90 / 第26名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99771D5-0320-46E2-A0DF-45147770D7D5}"/>
              </a:ext>
            </a:extLst>
          </p:cNvPr>
          <p:cNvSpPr>
            <a:spLocks noGrp="1"/>
          </p:cNvSpPr>
          <p:nvPr/>
        </p:nvSpPr>
        <p:spPr>
          <a:xfrm>
            <a:off x="1885950" y="4114800"/>
            <a:ext cx="20002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A0E6A31-CE9C-4A01-9830-A35BA2F05019}"/>
              </a:ext>
            </a:extLst>
          </p:cNvPr>
          <p:cNvSpPr>
            <a:spLocks noGrp="1"/>
          </p:cNvSpPr>
          <p:nvPr/>
        </p:nvSpPr>
        <p:spPr>
          <a:xfrm>
            <a:off x="1914525" y="4126230"/>
            <a:ext cx="19431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2025年 09-24 01:00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79B22F6-F065-469D-93E5-CDB5C1B13CAE}"/>
              </a:ext>
            </a:extLst>
          </p:cNvPr>
          <p:cNvSpPr>
            <a:spLocks noGrp="1"/>
          </p:cNvSpPr>
          <p:nvPr/>
        </p:nvSpPr>
        <p:spPr>
          <a:xfrm>
            <a:off x="3886200" y="4114800"/>
            <a:ext cx="1428750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214C3442-FBE0-4A37-88E7-A0BC67085824}"/>
              </a:ext>
            </a:extLst>
          </p:cNvPr>
          <p:cNvSpPr>
            <a:spLocks noGrp="1"/>
          </p:cNvSpPr>
          <p:nvPr/>
        </p:nvSpPr>
        <p:spPr>
          <a:xfrm>
            <a:off x="3914775" y="4126230"/>
            <a:ext cx="1371600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9 h / 11.501 m/s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AC680DB-7706-4D45-8F45-3C67E77F2791}"/>
              </a:ext>
            </a:extLst>
          </p:cNvPr>
          <p:cNvSpPr>
            <a:spLocks noGrp="1"/>
          </p:cNvSpPr>
          <p:nvPr/>
        </p:nvSpPr>
        <p:spPr>
          <a:xfrm>
            <a:off x="5314950" y="4114800"/>
            <a:ext cx="3457575" cy="32575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C8AC9DD-5AE0-4C18-AA17-73F3A55FBAC8}"/>
              </a:ext>
            </a:extLst>
          </p:cNvPr>
          <p:cNvSpPr>
            <a:spLocks noGrp="1"/>
          </p:cNvSpPr>
          <p:nvPr/>
        </p:nvSpPr>
        <p:spPr>
          <a:xfrm>
            <a:off x="5343525" y="4126230"/>
            <a:ext cx="3400425" cy="302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09-07 00:00—08:00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2511A21-0C37-4B37-9729-C172E48690E1}"/>
              </a:ext>
            </a:extLst>
          </p:cNvPr>
          <p:cNvSpPr>
            <a:spLocks noGrp="1"/>
          </p:cNvSpPr>
          <p:nvPr/>
        </p:nvSpPr>
        <p:spPr>
          <a:xfrm>
            <a:off x="342900" y="4434840"/>
            <a:ext cx="842962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AB56F-DFE0-4CE2-BF5F-FA1D6ED765F7}"/>
              </a:ext>
            </a:extLst>
          </p:cNvPr>
          <p:cNvSpPr>
            <a:spLocks noGrp="1"/>
          </p:cNvSpPr>
          <p:nvPr/>
        </p:nvSpPr>
        <p:spPr>
          <a:xfrm>
            <a:off x="342900" y="4514850"/>
            <a:ext cx="840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表列出前十天实际新增的全部7段。候选片段按平均风速排序，跳过放不下或碰到既有阈值片段的窗口。</a:t>
            </a:r>
          </a:p>
        </p:txBody>
      </p:sp>
    </p:spTree>
    <p:extLst>
      <p:ext uri="{BB962C8B-B14F-4D97-AF65-F5344CB8AC3E}">
        <p14:creationId xmlns:p14="http://schemas.microsoft.com/office/powerpoint/2010/main" val="2105912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>
            <a:extLst>
              <a:ext uri="{FF2B5EF4-FFF2-40B4-BE49-F238E27FC236}">
                <a16:creationId xmlns:a16="http://schemas.microsoft.com/office/drawing/2014/main" id="{3C291837-F50F-4BC0-B8A7-F7CC90719077}"/>
              </a:ext>
            </a:extLst>
          </p:cNvPr>
          <p:cNvSpPr>
            <a:spLocks noGrp="1"/>
          </p:cNvSpPr>
          <p:nvPr/>
        </p:nvSpPr>
        <p:spPr>
          <a:xfrm>
            <a:off x="297180" y="160020"/>
            <a:ext cx="828675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6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/>
              <a:t>05  前十天的月缺口变化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D5A60-8DE0-430F-B67C-149EBC006E21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B15434-942E-4AEF-A5B4-1F3345FDF3CD}"/>
              </a:ext>
            </a:extLst>
          </p:cNvPr>
          <p:cNvSpPr>
            <a:spLocks noGrp="1"/>
          </p:cNvSpPr>
          <p:nvPr/>
        </p:nvSpPr>
        <p:spPr>
          <a:xfrm>
            <a:off x="308610" y="754380"/>
            <a:ext cx="84582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3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95"/>
              <a:t>缺口是整月目标减整月已有量；每天只记录新插片段带来的减少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1A1596-72EE-4A26-8EAF-3B4E943C6EA5}"/>
              </a:ext>
            </a:extLst>
          </p:cNvPr>
          <p:cNvSpPr>
            <a:spLocks noGrp="1"/>
          </p:cNvSpPr>
          <p:nvPr/>
        </p:nvSpPr>
        <p:spPr>
          <a:xfrm>
            <a:off x="314325" y="4834890"/>
            <a:ext cx="514350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海风大资源年1988 · 9月算例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C4804D-5FF2-4BD7-BC00-E57FB922E3D4}"/>
              </a:ext>
            </a:extLst>
          </p:cNvPr>
          <p:cNvSpPr>
            <a:spLocks noGrp="1"/>
          </p:cNvSpPr>
          <p:nvPr/>
        </p:nvSpPr>
        <p:spPr>
          <a:xfrm>
            <a:off x="8172450" y="4829175"/>
            <a:ext cx="64008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60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05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1093F2-62B6-49D7-8307-A528BE2D61B2}"/>
              </a:ext>
            </a:extLst>
          </p:cNvPr>
          <p:cNvSpPr>
            <a:spLocks noGrp="1"/>
          </p:cNvSpPr>
          <p:nvPr/>
        </p:nvSpPr>
        <p:spPr>
          <a:xfrm>
            <a:off x="342900" y="1285875"/>
            <a:ext cx="914400" cy="26860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0B25D6-6C6C-40B5-8BAC-5FEDC88F168F}"/>
              </a:ext>
            </a:extLst>
          </p:cNvPr>
          <p:cNvSpPr>
            <a:spLocks noGrp="1"/>
          </p:cNvSpPr>
          <p:nvPr/>
        </p:nvSpPr>
        <p:spPr>
          <a:xfrm>
            <a:off x="371475" y="1297305"/>
            <a:ext cx="857250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日期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DBADAA-B69D-4EF6-A895-2A249368E5BA}"/>
              </a:ext>
            </a:extLst>
          </p:cNvPr>
          <p:cNvSpPr>
            <a:spLocks noGrp="1"/>
          </p:cNvSpPr>
          <p:nvPr/>
        </p:nvSpPr>
        <p:spPr>
          <a:xfrm>
            <a:off x="1257300" y="1285875"/>
            <a:ext cx="1285875" cy="26860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B083FD-ACBA-48D2-9C39-77FEF15AEDE1}"/>
              </a:ext>
            </a:extLst>
          </p:cNvPr>
          <p:cNvSpPr>
            <a:spLocks noGrp="1"/>
          </p:cNvSpPr>
          <p:nvPr/>
        </p:nvSpPr>
        <p:spPr>
          <a:xfrm>
            <a:off x="1285875" y="1297305"/>
            <a:ext cx="1228725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当日新增P10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8E498D-5A03-4BFB-A161-067B7CB01E62}"/>
              </a:ext>
            </a:extLst>
          </p:cNvPr>
          <p:cNvSpPr>
            <a:spLocks noGrp="1"/>
          </p:cNvSpPr>
          <p:nvPr/>
        </p:nvSpPr>
        <p:spPr>
          <a:xfrm>
            <a:off x="2543175" y="1285875"/>
            <a:ext cx="1314450" cy="26860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B63488-2404-4643-8C45-997B34824434}"/>
              </a:ext>
            </a:extLst>
          </p:cNvPr>
          <p:cNvSpPr>
            <a:spLocks noGrp="1"/>
          </p:cNvSpPr>
          <p:nvPr/>
        </p:nvSpPr>
        <p:spPr>
          <a:xfrm>
            <a:off x="2571750" y="1297305"/>
            <a:ext cx="1257300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P10月缺口剩余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C95E90-50CC-44C4-AF79-24592F18E039}"/>
              </a:ext>
            </a:extLst>
          </p:cNvPr>
          <p:cNvSpPr>
            <a:spLocks noGrp="1"/>
          </p:cNvSpPr>
          <p:nvPr/>
        </p:nvSpPr>
        <p:spPr>
          <a:xfrm>
            <a:off x="3857625" y="1285875"/>
            <a:ext cx="1285875" cy="26860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DF7338-8271-476A-8068-964CE6A44A46}"/>
              </a:ext>
            </a:extLst>
          </p:cNvPr>
          <p:cNvSpPr>
            <a:spLocks noGrp="1"/>
          </p:cNvSpPr>
          <p:nvPr/>
        </p:nvSpPr>
        <p:spPr>
          <a:xfrm>
            <a:off x="3886200" y="1297305"/>
            <a:ext cx="1228725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当日新增P90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37A68A-C36F-4B96-B723-D6B6FE840536}"/>
              </a:ext>
            </a:extLst>
          </p:cNvPr>
          <p:cNvSpPr>
            <a:spLocks noGrp="1"/>
          </p:cNvSpPr>
          <p:nvPr/>
        </p:nvSpPr>
        <p:spPr>
          <a:xfrm>
            <a:off x="5143500" y="1285875"/>
            <a:ext cx="1285875" cy="26860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552EED-8BF3-4CA8-BDBB-DD21943305D8}"/>
              </a:ext>
            </a:extLst>
          </p:cNvPr>
          <p:cNvSpPr>
            <a:spLocks noGrp="1"/>
          </p:cNvSpPr>
          <p:nvPr/>
        </p:nvSpPr>
        <p:spPr>
          <a:xfrm>
            <a:off x="5172075" y="1297305"/>
            <a:ext cx="1228725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P90月缺口剩余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55FE75-F57D-45D0-BB25-7F5F0F06DD01}"/>
              </a:ext>
            </a:extLst>
          </p:cNvPr>
          <p:cNvSpPr>
            <a:spLocks noGrp="1"/>
          </p:cNvSpPr>
          <p:nvPr/>
        </p:nvSpPr>
        <p:spPr>
          <a:xfrm>
            <a:off x="342900" y="1554480"/>
            <a:ext cx="91440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4CBDB2-D98A-4E1F-8D77-DBBC5387BF22}"/>
              </a:ext>
            </a:extLst>
          </p:cNvPr>
          <p:cNvSpPr>
            <a:spLocks noGrp="1"/>
          </p:cNvSpPr>
          <p:nvPr/>
        </p:nvSpPr>
        <p:spPr>
          <a:xfrm>
            <a:off x="371475" y="156591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8A4728-2298-4F5A-B7C3-8FB0A99A11B6}"/>
              </a:ext>
            </a:extLst>
          </p:cNvPr>
          <p:cNvSpPr>
            <a:spLocks noGrp="1"/>
          </p:cNvSpPr>
          <p:nvPr/>
        </p:nvSpPr>
        <p:spPr>
          <a:xfrm>
            <a:off x="1257300" y="155448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02A84A-5CD7-403E-9B97-925AAC164978}"/>
              </a:ext>
            </a:extLst>
          </p:cNvPr>
          <p:cNvSpPr>
            <a:spLocks noGrp="1"/>
          </p:cNvSpPr>
          <p:nvPr/>
        </p:nvSpPr>
        <p:spPr>
          <a:xfrm>
            <a:off x="1285875" y="15659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 h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EE7B0A-01DE-4DFE-B63E-ED7CBCF405A4}"/>
              </a:ext>
            </a:extLst>
          </p:cNvPr>
          <p:cNvSpPr>
            <a:spLocks noGrp="1"/>
          </p:cNvSpPr>
          <p:nvPr/>
        </p:nvSpPr>
        <p:spPr>
          <a:xfrm>
            <a:off x="2543175" y="1554480"/>
            <a:ext cx="131445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CB216E-85B3-403A-8F72-D697CF13AC5C}"/>
              </a:ext>
            </a:extLst>
          </p:cNvPr>
          <p:cNvSpPr>
            <a:spLocks noGrp="1"/>
          </p:cNvSpPr>
          <p:nvPr/>
        </p:nvSpPr>
        <p:spPr>
          <a:xfrm>
            <a:off x="2571750" y="156591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67 h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B4BA4B-FD2C-43E0-A296-BF5295428C1C}"/>
              </a:ext>
            </a:extLst>
          </p:cNvPr>
          <p:cNvSpPr>
            <a:spLocks noGrp="1"/>
          </p:cNvSpPr>
          <p:nvPr/>
        </p:nvSpPr>
        <p:spPr>
          <a:xfrm>
            <a:off x="3857625" y="155448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A54DB-A840-4CBA-A750-D4026B9E8849}"/>
              </a:ext>
            </a:extLst>
          </p:cNvPr>
          <p:cNvSpPr>
            <a:spLocks noGrp="1"/>
          </p:cNvSpPr>
          <p:nvPr/>
        </p:nvSpPr>
        <p:spPr>
          <a:xfrm>
            <a:off x="3886200" y="15659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ADDC351-DD20-4F31-B340-833F11DB7D57}"/>
              </a:ext>
            </a:extLst>
          </p:cNvPr>
          <p:cNvSpPr>
            <a:spLocks noGrp="1"/>
          </p:cNvSpPr>
          <p:nvPr/>
        </p:nvSpPr>
        <p:spPr>
          <a:xfrm>
            <a:off x="5143500" y="155448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693534-EAD4-47BE-89A3-CA58A8392338}"/>
              </a:ext>
            </a:extLst>
          </p:cNvPr>
          <p:cNvSpPr>
            <a:spLocks noGrp="1"/>
          </p:cNvSpPr>
          <p:nvPr/>
        </p:nvSpPr>
        <p:spPr>
          <a:xfrm>
            <a:off x="5172075" y="15659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37 h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7433D6-29A8-4831-91FE-DD8850294FC5}"/>
              </a:ext>
            </a:extLst>
          </p:cNvPr>
          <p:cNvSpPr>
            <a:spLocks noGrp="1"/>
          </p:cNvSpPr>
          <p:nvPr/>
        </p:nvSpPr>
        <p:spPr>
          <a:xfrm>
            <a:off x="342900" y="182308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5934BBC-D298-4270-A9AF-0E94A196AF79}"/>
              </a:ext>
            </a:extLst>
          </p:cNvPr>
          <p:cNvSpPr>
            <a:spLocks noGrp="1"/>
          </p:cNvSpPr>
          <p:nvPr/>
        </p:nvSpPr>
        <p:spPr>
          <a:xfrm>
            <a:off x="342900" y="1828800"/>
            <a:ext cx="91440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14199A-5FC1-4A67-9864-B99BDDDF7326}"/>
              </a:ext>
            </a:extLst>
          </p:cNvPr>
          <p:cNvSpPr>
            <a:spLocks noGrp="1"/>
          </p:cNvSpPr>
          <p:nvPr/>
        </p:nvSpPr>
        <p:spPr>
          <a:xfrm>
            <a:off x="371475" y="184023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9月2日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554BBF7-579E-4DB4-89FE-E4264C3FCBC5}"/>
              </a:ext>
            </a:extLst>
          </p:cNvPr>
          <p:cNvSpPr>
            <a:spLocks noGrp="1"/>
          </p:cNvSpPr>
          <p:nvPr/>
        </p:nvSpPr>
        <p:spPr>
          <a:xfrm>
            <a:off x="1257300" y="182880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3C3F66-36E5-42B6-BB5A-34C41FB5FB89}"/>
              </a:ext>
            </a:extLst>
          </p:cNvPr>
          <p:cNvSpPr>
            <a:spLocks noGrp="1"/>
          </p:cNvSpPr>
          <p:nvPr/>
        </p:nvSpPr>
        <p:spPr>
          <a:xfrm>
            <a:off x="1285875" y="18402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10 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463AD2F-72C8-428A-97B4-B350CE3607CC}"/>
              </a:ext>
            </a:extLst>
          </p:cNvPr>
          <p:cNvSpPr>
            <a:spLocks noGrp="1"/>
          </p:cNvSpPr>
          <p:nvPr/>
        </p:nvSpPr>
        <p:spPr>
          <a:xfrm>
            <a:off x="2543175" y="1828800"/>
            <a:ext cx="131445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E29BAE-F2BF-4388-9D69-C8AECA694770}"/>
              </a:ext>
            </a:extLst>
          </p:cNvPr>
          <p:cNvSpPr>
            <a:spLocks noGrp="1"/>
          </p:cNvSpPr>
          <p:nvPr/>
        </p:nvSpPr>
        <p:spPr>
          <a:xfrm>
            <a:off x="2571750" y="184023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57 h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7F523E-A4F7-48AE-B1E1-43E2A27FB3A4}"/>
              </a:ext>
            </a:extLst>
          </p:cNvPr>
          <p:cNvSpPr>
            <a:spLocks noGrp="1"/>
          </p:cNvSpPr>
          <p:nvPr/>
        </p:nvSpPr>
        <p:spPr>
          <a:xfrm>
            <a:off x="3857625" y="182880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B2C607B-85AD-422F-A776-3E60F21670B0}"/>
              </a:ext>
            </a:extLst>
          </p:cNvPr>
          <p:cNvSpPr>
            <a:spLocks noGrp="1"/>
          </p:cNvSpPr>
          <p:nvPr/>
        </p:nvSpPr>
        <p:spPr>
          <a:xfrm>
            <a:off x="3886200" y="18402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C029CF-4A36-45B5-97D5-66BBCF2CA25F}"/>
              </a:ext>
            </a:extLst>
          </p:cNvPr>
          <p:cNvSpPr>
            <a:spLocks noGrp="1"/>
          </p:cNvSpPr>
          <p:nvPr/>
        </p:nvSpPr>
        <p:spPr>
          <a:xfrm>
            <a:off x="5143500" y="182880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3E6E4C-A1AB-485C-A0ED-65407F9C3C7B}"/>
              </a:ext>
            </a:extLst>
          </p:cNvPr>
          <p:cNvSpPr>
            <a:spLocks noGrp="1"/>
          </p:cNvSpPr>
          <p:nvPr/>
        </p:nvSpPr>
        <p:spPr>
          <a:xfrm>
            <a:off x="5172075" y="18402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37 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A308F1-ABE4-4B87-BECA-F24D1E272C14}"/>
              </a:ext>
            </a:extLst>
          </p:cNvPr>
          <p:cNvSpPr>
            <a:spLocks noGrp="1"/>
          </p:cNvSpPr>
          <p:nvPr/>
        </p:nvSpPr>
        <p:spPr>
          <a:xfrm>
            <a:off x="342900" y="209740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F94A20-4C98-4177-915B-DFEB902A03D1}"/>
              </a:ext>
            </a:extLst>
          </p:cNvPr>
          <p:cNvSpPr>
            <a:spLocks noGrp="1"/>
          </p:cNvSpPr>
          <p:nvPr/>
        </p:nvSpPr>
        <p:spPr>
          <a:xfrm>
            <a:off x="342900" y="2103120"/>
            <a:ext cx="91440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001609B-1A4B-4375-8857-D2059A6AE860}"/>
              </a:ext>
            </a:extLst>
          </p:cNvPr>
          <p:cNvSpPr>
            <a:spLocks noGrp="1"/>
          </p:cNvSpPr>
          <p:nvPr/>
        </p:nvSpPr>
        <p:spPr>
          <a:xfrm>
            <a:off x="371475" y="211455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9月3日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D7C175-8385-4873-B019-9B17F144CFD5}"/>
              </a:ext>
            </a:extLst>
          </p:cNvPr>
          <p:cNvSpPr>
            <a:spLocks noGrp="1"/>
          </p:cNvSpPr>
          <p:nvPr/>
        </p:nvSpPr>
        <p:spPr>
          <a:xfrm>
            <a:off x="1257300" y="210312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7E25DD1-9324-4E6A-B1BB-D4CE57ECAB58}"/>
              </a:ext>
            </a:extLst>
          </p:cNvPr>
          <p:cNvSpPr>
            <a:spLocks noGrp="1"/>
          </p:cNvSpPr>
          <p:nvPr/>
        </p:nvSpPr>
        <p:spPr>
          <a:xfrm>
            <a:off x="1285875" y="21145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7 h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4543D98-D836-47C0-92C2-294061188AD6}"/>
              </a:ext>
            </a:extLst>
          </p:cNvPr>
          <p:cNvSpPr>
            <a:spLocks noGrp="1"/>
          </p:cNvSpPr>
          <p:nvPr/>
        </p:nvSpPr>
        <p:spPr>
          <a:xfrm>
            <a:off x="2543175" y="2103120"/>
            <a:ext cx="131445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4E39A82-FD18-45DB-B8FA-6568AA6ADE95}"/>
              </a:ext>
            </a:extLst>
          </p:cNvPr>
          <p:cNvSpPr>
            <a:spLocks noGrp="1"/>
          </p:cNvSpPr>
          <p:nvPr/>
        </p:nvSpPr>
        <p:spPr>
          <a:xfrm>
            <a:off x="2571750" y="211455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50 h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E66D5A-F877-473C-AAAD-5180B38DB464}"/>
              </a:ext>
            </a:extLst>
          </p:cNvPr>
          <p:cNvSpPr>
            <a:spLocks noGrp="1"/>
          </p:cNvSpPr>
          <p:nvPr/>
        </p:nvSpPr>
        <p:spPr>
          <a:xfrm>
            <a:off x="3857625" y="210312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299932-5372-4D64-B734-59DD268FCD8F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4CF4ADF-C7D6-419B-A6CF-22830587F1B0}"/>
              </a:ext>
            </a:extLst>
          </p:cNvPr>
          <p:cNvSpPr>
            <a:spLocks noGrp="1"/>
          </p:cNvSpPr>
          <p:nvPr/>
        </p:nvSpPr>
        <p:spPr>
          <a:xfrm>
            <a:off x="5143500" y="210312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0A03351-DE75-4729-B8A0-2B6845BDFA27}"/>
              </a:ext>
            </a:extLst>
          </p:cNvPr>
          <p:cNvSpPr>
            <a:spLocks noGrp="1"/>
          </p:cNvSpPr>
          <p:nvPr/>
        </p:nvSpPr>
        <p:spPr>
          <a:xfrm>
            <a:off x="5172075" y="21145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37 h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CD41194-788E-43D0-8A98-69F0FB06ECD0}"/>
              </a:ext>
            </a:extLst>
          </p:cNvPr>
          <p:cNvSpPr>
            <a:spLocks noGrp="1"/>
          </p:cNvSpPr>
          <p:nvPr/>
        </p:nvSpPr>
        <p:spPr>
          <a:xfrm>
            <a:off x="342900" y="237172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5D39A5-ADE7-4F98-9C40-A0D19651A0D7}"/>
              </a:ext>
            </a:extLst>
          </p:cNvPr>
          <p:cNvSpPr>
            <a:spLocks noGrp="1"/>
          </p:cNvSpPr>
          <p:nvPr/>
        </p:nvSpPr>
        <p:spPr>
          <a:xfrm>
            <a:off x="342900" y="2377440"/>
            <a:ext cx="91440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F36BCE0-4D17-4B28-991B-E25B1DF18CAD}"/>
              </a:ext>
            </a:extLst>
          </p:cNvPr>
          <p:cNvSpPr>
            <a:spLocks noGrp="1"/>
          </p:cNvSpPr>
          <p:nvPr/>
        </p:nvSpPr>
        <p:spPr>
          <a:xfrm>
            <a:off x="371475" y="238887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9月4日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D277B04-406D-4D5B-9EBD-9BDF7186441B}"/>
              </a:ext>
            </a:extLst>
          </p:cNvPr>
          <p:cNvSpPr>
            <a:spLocks noGrp="1"/>
          </p:cNvSpPr>
          <p:nvPr/>
        </p:nvSpPr>
        <p:spPr>
          <a:xfrm>
            <a:off x="1257300" y="237744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2E51B94-9ECA-4CCD-A3CF-7EFF4DE93BFA}"/>
              </a:ext>
            </a:extLst>
          </p:cNvPr>
          <p:cNvSpPr>
            <a:spLocks noGrp="1"/>
          </p:cNvSpPr>
          <p:nvPr/>
        </p:nvSpPr>
        <p:spPr>
          <a:xfrm>
            <a:off x="1285875" y="23888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 h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5D55B50-4889-432B-AD8A-CEF5A2191A58}"/>
              </a:ext>
            </a:extLst>
          </p:cNvPr>
          <p:cNvSpPr>
            <a:spLocks noGrp="1"/>
          </p:cNvSpPr>
          <p:nvPr/>
        </p:nvSpPr>
        <p:spPr>
          <a:xfrm>
            <a:off x="2543175" y="2377440"/>
            <a:ext cx="131445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374A570-705A-436E-AB43-D478E66DBA47}"/>
              </a:ext>
            </a:extLst>
          </p:cNvPr>
          <p:cNvSpPr>
            <a:spLocks noGrp="1"/>
          </p:cNvSpPr>
          <p:nvPr/>
        </p:nvSpPr>
        <p:spPr>
          <a:xfrm>
            <a:off x="2571750" y="238887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45 h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570A7F4-830E-4E9E-8DFB-2416E0BCC876}"/>
              </a:ext>
            </a:extLst>
          </p:cNvPr>
          <p:cNvSpPr>
            <a:spLocks noGrp="1"/>
          </p:cNvSpPr>
          <p:nvPr/>
        </p:nvSpPr>
        <p:spPr>
          <a:xfrm>
            <a:off x="3857625" y="237744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A52C63F-407D-4D81-9259-22ABF0438335}"/>
              </a:ext>
            </a:extLst>
          </p:cNvPr>
          <p:cNvSpPr>
            <a:spLocks noGrp="1"/>
          </p:cNvSpPr>
          <p:nvPr/>
        </p:nvSpPr>
        <p:spPr>
          <a:xfrm>
            <a:off x="3886200" y="23888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69E2AC0-3AE3-4689-B5CB-16332D04AEF7}"/>
              </a:ext>
            </a:extLst>
          </p:cNvPr>
          <p:cNvSpPr>
            <a:spLocks noGrp="1"/>
          </p:cNvSpPr>
          <p:nvPr/>
        </p:nvSpPr>
        <p:spPr>
          <a:xfrm>
            <a:off x="5143500" y="237744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5A58C2D-1B9D-4AC0-A02D-A91F4AE803FF}"/>
              </a:ext>
            </a:extLst>
          </p:cNvPr>
          <p:cNvSpPr>
            <a:spLocks noGrp="1"/>
          </p:cNvSpPr>
          <p:nvPr/>
        </p:nvSpPr>
        <p:spPr>
          <a:xfrm>
            <a:off x="5172075" y="23888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37 h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1F000F0-CDA2-4106-83D4-DE1507689718}"/>
              </a:ext>
            </a:extLst>
          </p:cNvPr>
          <p:cNvSpPr>
            <a:spLocks noGrp="1"/>
          </p:cNvSpPr>
          <p:nvPr/>
        </p:nvSpPr>
        <p:spPr>
          <a:xfrm>
            <a:off x="342900" y="264604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0A23AD0-C61F-409E-8D4C-2897187A4AA1}"/>
              </a:ext>
            </a:extLst>
          </p:cNvPr>
          <p:cNvSpPr>
            <a:spLocks noGrp="1"/>
          </p:cNvSpPr>
          <p:nvPr/>
        </p:nvSpPr>
        <p:spPr>
          <a:xfrm>
            <a:off x="342900" y="2651760"/>
            <a:ext cx="91440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08642DE-6C48-4347-86CD-6B317A1F6B32}"/>
              </a:ext>
            </a:extLst>
          </p:cNvPr>
          <p:cNvSpPr>
            <a:spLocks noGrp="1"/>
          </p:cNvSpPr>
          <p:nvPr/>
        </p:nvSpPr>
        <p:spPr>
          <a:xfrm>
            <a:off x="371475" y="266319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9月5日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95C4D73-F668-412B-8E56-F9B0A4F44F17}"/>
              </a:ext>
            </a:extLst>
          </p:cNvPr>
          <p:cNvSpPr>
            <a:spLocks noGrp="1"/>
          </p:cNvSpPr>
          <p:nvPr/>
        </p:nvSpPr>
        <p:spPr>
          <a:xfrm>
            <a:off x="1257300" y="265176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B32E970-A6BA-448C-96DD-988B84674C37}"/>
              </a:ext>
            </a:extLst>
          </p:cNvPr>
          <p:cNvSpPr>
            <a:spLocks noGrp="1"/>
          </p:cNvSpPr>
          <p:nvPr/>
        </p:nvSpPr>
        <p:spPr>
          <a:xfrm>
            <a:off x="1285875" y="26631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 h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3DF9105-6A87-4D87-9B12-C8FC3B453DD6}"/>
              </a:ext>
            </a:extLst>
          </p:cNvPr>
          <p:cNvSpPr>
            <a:spLocks noGrp="1"/>
          </p:cNvSpPr>
          <p:nvPr/>
        </p:nvSpPr>
        <p:spPr>
          <a:xfrm>
            <a:off x="2543175" y="2651760"/>
            <a:ext cx="131445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613E2E0-4B23-4E82-9B9F-ADB4CF4A1B37}"/>
              </a:ext>
            </a:extLst>
          </p:cNvPr>
          <p:cNvSpPr>
            <a:spLocks noGrp="1"/>
          </p:cNvSpPr>
          <p:nvPr/>
        </p:nvSpPr>
        <p:spPr>
          <a:xfrm>
            <a:off x="2571750" y="266319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F6C64D2-16FD-41D5-9FE0-9F3D2AD52E17}"/>
              </a:ext>
            </a:extLst>
          </p:cNvPr>
          <p:cNvSpPr>
            <a:spLocks noGrp="1"/>
          </p:cNvSpPr>
          <p:nvPr/>
        </p:nvSpPr>
        <p:spPr>
          <a:xfrm>
            <a:off x="3857625" y="265176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D59E7AA-4025-4755-BF27-CA5BBF1B86AD}"/>
              </a:ext>
            </a:extLst>
          </p:cNvPr>
          <p:cNvSpPr>
            <a:spLocks noGrp="1"/>
          </p:cNvSpPr>
          <p:nvPr/>
        </p:nvSpPr>
        <p:spPr>
          <a:xfrm>
            <a:off x="3886200" y="26631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FC1063A-D197-401F-AA04-E53F4B3BC5F7}"/>
              </a:ext>
            </a:extLst>
          </p:cNvPr>
          <p:cNvSpPr>
            <a:spLocks noGrp="1"/>
          </p:cNvSpPr>
          <p:nvPr/>
        </p:nvSpPr>
        <p:spPr>
          <a:xfrm>
            <a:off x="5143500" y="265176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BC8E6F1-B47E-48D9-B8E1-BE1D64801F9D}"/>
              </a:ext>
            </a:extLst>
          </p:cNvPr>
          <p:cNvSpPr>
            <a:spLocks noGrp="1"/>
          </p:cNvSpPr>
          <p:nvPr/>
        </p:nvSpPr>
        <p:spPr>
          <a:xfrm>
            <a:off x="5172075" y="26631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37 h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B09B0E-9AD7-4719-A402-CF08A5A4A003}"/>
              </a:ext>
            </a:extLst>
          </p:cNvPr>
          <p:cNvSpPr>
            <a:spLocks noGrp="1"/>
          </p:cNvSpPr>
          <p:nvPr/>
        </p:nvSpPr>
        <p:spPr>
          <a:xfrm>
            <a:off x="342900" y="292036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80F163D-0F24-495C-B324-CB1D72BA5064}"/>
              </a:ext>
            </a:extLst>
          </p:cNvPr>
          <p:cNvSpPr>
            <a:spLocks noGrp="1"/>
          </p:cNvSpPr>
          <p:nvPr/>
        </p:nvSpPr>
        <p:spPr>
          <a:xfrm>
            <a:off x="342900" y="2926080"/>
            <a:ext cx="91440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4FBA507-3BE9-452B-BC43-9ADE60393FBF}"/>
              </a:ext>
            </a:extLst>
          </p:cNvPr>
          <p:cNvSpPr>
            <a:spLocks noGrp="1"/>
          </p:cNvSpPr>
          <p:nvPr/>
        </p:nvSpPr>
        <p:spPr>
          <a:xfrm>
            <a:off x="371475" y="293751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9月6日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0BA8E59-0783-4F38-A6FD-D6CE840AD8A1}"/>
              </a:ext>
            </a:extLst>
          </p:cNvPr>
          <p:cNvSpPr>
            <a:spLocks noGrp="1"/>
          </p:cNvSpPr>
          <p:nvPr/>
        </p:nvSpPr>
        <p:spPr>
          <a:xfrm>
            <a:off x="1257300" y="292608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8DC1A98-8E20-480D-90C4-D43053056981}"/>
              </a:ext>
            </a:extLst>
          </p:cNvPr>
          <p:cNvSpPr>
            <a:spLocks noGrp="1"/>
          </p:cNvSpPr>
          <p:nvPr/>
        </p:nvSpPr>
        <p:spPr>
          <a:xfrm>
            <a:off x="1285875" y="29375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9AEA81FA-FB6F-4B8E-95EE-8F6348898041}"/>
              </a:ext>
            </a:extLst>
          </p:cNvPr>
          <p:cNvSpPr>
            <a:spLocks noGrp="1"/>
          </p:cNvSpPr>
          <p:nvPr/>
        </p:nvSpPr>
        <p:spPr>
          <a:xfrm>
            <a:off x="2543175" y="2926080"/>
            <a:ext cx="131445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A76C3B5-2BD1-4C13-9566-BA26C093E9FB}"/>
              </a:ext>
            </a:extLst>
          </p:cNvPr>
          <p:cNvSpPr>
            <a:spLocks noGrp="1"/>
          </p:cNvSpPr>
          <p:nvPr/>
        </p:nvSpPr>
        <p:spPr>
          <a:xfrm>
            <a:off x="2571750" y="293751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354E53E-EC8C-41D4-9E25-911CBA92C8C4}"/>
              </a:ext>
            </a:extLst>
          </p:cNvPr>
          <p:cNvSpPr>
            <a:spLocks noGrp="1"/>
          </p:cNvSpPr>
          <p:nvPr/>
        </p:nvSpPr>
        <p:spPr>
          <a:xfrm>
            <a:off x="3857625" y="292608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C4CA4BD-A54C-4053-8941-2D098F295EF2}"/>
              </a:ext>
            </a:extLst>
          </p:cNvPr>
          <p:cNvSpPr>
            <a:spLocks noGrp="1"/>
          </p:cNvSpPr>
          <p:nvPr/>
        </p:nvSpPr>
        <p:spPr>
          <a:xfrm>
            <a:off x="3886200" y="29375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11 h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0D9F01F-3D5A-4517-B9B9-86FB5116909A}"/>
              </a:ext>
            </a:extLst>
          </p:cNvPr>
          <p:cNvSpPr>
            <a:spLocks noGrp="1"/>
          </p:cNvSpPr>
          <p:nvPr/>
        </p:nvSpPr>
        <p:spPr>
          <a:xfrm>
            <a:off x="5143500" y="292608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3180E72-2184-4907-82D5-1912B1A0B082}"/>
              </a:ext>
            </a:extLst>
          </p:cNvPr>
          <p:cNvSpPr>
            <a:spLocks noGrp="1"/>
          </p:cNvSpPr>
          <p:nvPr/>
        </p:nvSpPr>
        <p:spPr>
          <a:xfrm>
            <a:off x="5172075" y="293751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26 h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7D83A21-02FD-4454-B45B-B8986529F683}"/>
              </a:ext>
            </a:extLst>
          </p:cNvPr>
          <p:cNvSpPr>
            <a:spLocks noGrp="1"/>
          </p:cNvSpPr>
          <p:nvPr/>
        </p:nvSpPr>
        <p:spPr>
          <a:xfrm>
            <a:off x="342900" y="319468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6088D496-A18E-4E67-A016-20C860EA6917}"/>
              </a:ext>
            </a:extLst>
          </p:cNvPr>
          <p:cNvSpPr>
            <a:spLocks noGrp="1"/>
          </p:cNvSpPr>
          <p:nvPr/>
        </p:nvSpPr>
        <p:spPr>
          <a:xfrm>
            <a:off x="342900" y="3200400"/>
            <a:ext cx="91440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C4AB82A-C139-419B-85E7-0185E113C135}"/>
              </a:ext>
            </a:extLst>
          </p:cNvPr>
          <p:cNvSpPr>
            <a:spLocks noGrp="1"/>
          </p:cNvSpPr>
          <p:nvPr/>
        </p:nvSpPr>
        <p:spPr>
          <a:xfrm>
            <a:off x="371475" y="321183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9月7日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A3C24CC-5825-4B1B-8D03-B74129EE8E93}"/>
              </a:ext>
            </a:extLst>
          </p:cNvPr>
          <p:cNvSpPr>
            <a:spLocks noGrp="1"/>
          </p:cNvSpPr>
          <p:nvPr/>
        </p:nvSpPr>
        <p:spPr>
          <a:xfrm>
            <a:off x="1257300" y="320040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3DC339E-D742-4283-8574-A7436E9EFF31}"/>
              </a:ext>
            </a:extLst>
          </p:cNvPr>
          <p:cNvSpPr>
            <a:spLocks noGrp="1"/>
          </p:cNvSpPr>
          <p:nvPr/>
        </p:nvSpPr>
        <p:spPr>
          <a:xfrm>
            <a:off x="1285875" y="32118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00578C8-7FC4-41BF-876C-86F512509A69}"/>
              </a:ext>
            </a:extLst>
          </p:cNvPr>
          <p:cNvSpPr>
            <a:spLocks noGrp="1"/>
          </p:cNvSpPr>
          <p:nvPr/>
        </p:nvSpPr>
        <p:spPr>
          <a:xfrm>
            <a:off x="2543175" y="3200400"/>
            <a:ext cx="131445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32CC2B1-4925-490E-9B5E-92748C205C3B}"/>
              </a:ext>
            </a:extLst>
          </p:cNvPr>
          <p:cNvSpPr>
            <a:spLocks noGrp="1"/>
          </p:cNvSpPr>
          <p:nvPr/>
        </p:nvSpPr>
        <p:spPr>
          <a:xfrm>
            <a:off x="2571750" y="321183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7AEAC73-B325-4740-90BA-33E93BD988F2}"/>
              </a:ext>
            </a:extLst>
          </p:cNvPr>
          <p:cNvSpPr>
            <a:spLocks noGrp="1"/>
          </p:cNvSpPr>
          <p:nvPr/>
        </p:nvSpPr>
        <p:spPr>
          <a:xfrm>
            <a:off x="3857625" y="320040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2A2DAB5-C6B0-49DE-B206-E4D8E56ACBB2}"/>
              </a:ext>
            </a:extLst>
          </p:cNvPr>
          <p:cNvSpPr>
            <a:spLocks noGrp="1"/>
          </p:cNvSpPr>
          <p:nvPr/>
        </p:nvSpPr>
        <p:spPr>
          <a:xfrm>
            <a:off x="3886200" y="32118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 h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DD7DA7C-CEAF-4554-A9A9-8F83C5BDD9D5}"/>
              </a:ext>
            </a:extLst>
          </p:cNvPr>
          <p:cNvSpPr>
            <a:spLocks noGrp="1"/>
          </p:cNvSpPr>
          <p:nvPr/>
        </p:nvSpPr>
        <p:spPr>
          <a:xfrm>
            <a:off x="5143500" y="320040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3D0AABF-CAC1-4FCC-9E73-D348B20BE81A}"/>
              </a:ext>
            </a:extLst>
          </p:cNvPr>
          <p:cNvSpPr>
            <a:spLocks noGrp="1"/>
          </p:cNvSpPr>
          <p:nvPr/>
        </p:nvSpPr>
        <p:spPr>
          <a:xfrm>
            <a:off x="5172075" y="321183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17 h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D544B7A-21F4-47E2-BC64-46EB54EC6EF6}"/>
              </a:ext>
            </a:extLst>
          </p:cNvPr>
          <p:cNvSpPr>
            <a:spLocks noGrp="1"/>
          </p:cNvSpPr>
          <p:nvPr/>
        </p:nvSpPr>
        <p:spPr>
          <a:xfrm>
            <a:off x="342900" y="346900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7E9ABC1-4AFD-4A9F-B3F0-0E97EA38D77D}"/>
              </a:ext>
            </a:extLst>
          </p:cNvPr>
          <p:cNvSpPr>
            <a:spLocks noGrp="1"/>
          </p:cNvSpPr>
          <p:nvPr/>
        </p:nvSpPr>
        <p:spPr>
          <a:xfrm>
            <a:off x="342900" y="3474720"/>
            <a:ext cx="91440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9BA31DE-6F0F-4754-A2DF-847D87447722}"/>
              </a:ext>
            </a:extLst>
          </p:cNvPr>
          <p:cNvSpPr>
            <a:spLocks noGrp="1"/>
          </p:cNvSpPr>
          <p:nvPr/>
        </p:nvSpPr>
        <p:spPr>
          <a:xfrm>
            <a:off x="371475" y="348615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9月8日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E6B47D0-AA5B-4309-A3E4-9650FCFF0B6B}"/>
              </a:ext>
            </a:extLst>
          </p:cNvPr>
          <p:cNvSpPr>
            <a:spLocks noGrp="1"/>
          </p:cNvSpPr>
          <p:nvPr/>
        </p:nvSpPr>
        <p:spPr>
          <a:xfrm>
            <a:off x="1257300" y="347472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5ED5310-C362-4849-BA6F-30CCA39222E7}"/>
              </a:ext>
            </a:extLst>
          </p:cNvPr>
          <p:cNvSpPr>
            <a:spLocks noGrp="1"/>
          </p:cNvSpPr>
          <p:nvPr/>
        </p:nvSpPr>
        <p:spPr>
          <a:xfrm>
            <a:off x="1285875" y="34861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D3393B7-B823-4C1F-89CC-1C49FBBDB1B2}"/>
              </a:ext>
            </a:extLst>
          </p:cNvPr>
          <p:cNvSpPr>
            <a:spLocks noGrp="1"/>
          </p:cNvSpPr>
          <p:nvPr/>
        </p:nvSpPr>
        <p:spPr>
          <a:xfrm>
            <a:off x="2543175" y="3474720"/>
            <a:ext cx="131445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11B570D-F9FC-40D9-BCE0-9B62C2C0443A}"/>
              </a:ext>
            </a:extLst>
          </p:cNvPr>
          <p:cNvSpPr>
            <a:spLocks noGrp="1"/>
          </p:cNvSpPr>
          <p:nvPr/>
        </p:nvSpPr>
        <p:spPr>
          <a:xfrm>
            <a:off x="2571750" y="348615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804C083-FB24-410C-8F7A-811C717A6A43}"/>
              </a:ext>
            </a:extLst>
          </p:cNvPr>
          <p:cNvSpPr>
            <a:spLocks noGrp="1"/>
          </p:cNvSpPr>
          <p:nvPr/>
        </p:nvSpPr>
        <p:spPr>
          <a:xfrm>
            <a:off x="3857625" y="347472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7CECB9B-A377-4303-8098-4B5A8950668E}"/>
              </a:ext>
            </a:extLst>
          </p:cNvPr>
          <p:cNvSpPr>
            <a:spLocks noGrp="1"/>
          </p:cNvSpPr>
          <p:nvPr/>
        </p:nvSpPr>
        <p:spPr>
          <a:xfrm>
            <a:off x="3886200" y="34861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5DB2138-BF20-427A-B564-74EDD326FDB0}"/>
              </a:ext>
            </a:extLst>
          </p:cNvPr>
          <p:cNvSpPr>
            <a:spLocks noGrp="1"/>
          </p:cNvSpPr>
          <p:nvPr/>
        </p:nvSpPr>
        <p:spPr>
          <a:xfrm>
            <a:off x="5143500" y="347472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92A95FBF-6BF7-4CB3-B1AF-A3F7C1532605}"/>
              </a:ext>
            </a:extLst>
          </p:cNvPr>
          <p:cNvSpPr>
            <a:spLocks noGrp="1"/>
          </p:cNvSpPr>
          <p:nvPr/>
        </p:nvSpPr>
        <p:spPr>
          <a:xfrm>
            <a:off x="5172075" y="348615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17 h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80B116A-1607-4399-9618-0A9E78CE6502}"/>
              </a:ext>
            </a:extLst>
          </p:cNvPr>
          <p:cNvSpPr>
            <a:spLocks noGrp="1"/>
          </p:cNvSpPr>
          <p:nvPr/>
        </p:nvSpPr>
        <p:spPr>
          <a:xfrm>
            <a:off x="342900" y="374332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F9D217F3-DEC0-4BF9-8F29-3B9BCD4CABFB}"/>
              </a:ext>
            </a:extLst>
          </p:cNvPr>
          <p:cNvSpPr>
            <a:spLocks noGrp="1"/>
          </p:cNvSpPr>
          <p:nvPr/>
        </p:nvSpPr>
        <p:spPr>
          <a:xfrm>
            <a:off x="342900" y="3749040"/>
            <a:ext cx="91440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7798699-8721-49BA-9202-C4FF58D3547D}"/>
              </a:ext>
            </a:extLst>
          </p:cNvPr>
          <p:cNvSpPr>
            <a:spLocks noGrp="1"/>
          </p:cNvSpPr>
          <p:nvPr/>
        </p:nvSpPr>
        <p:spPr>
          <a:xfrm>
            <a:off x="371475" y="376047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9月9日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AB2B1E93-951E-455B-812E-6C7208061998}"/>
              </a:ext>
            </a:extLst>
          </p:cNvPr>
          <p:cNvSpPr>
            <a:spLocks noGrp="1"/>
          </p:cNvSpPr>
          <p:nvPr/>
        </p:nvSpPr>
        <p:spPr>
          <a:xfrm>
            <a:off x="1257300" y="374904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9A53FAC-CDCC-476C-85F2-B22509775276}"/>
              </a:ext>
            </a:extLst>
          </p:cNvPr>
          <p:cNvSpPr>
            <a:spLocks noGrp="1"/>
          </p:cNvSpPr>
          <p:nvPr/>
        </p:nvSpPr>
        <p:spPr>
          <a:xfrm>
            <a:off x="1285875" y="37604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EE83427-75BC-4AE8-AEDF-05C0BBDADA24}"/>
              </a:ext>
            </a:extLst>
          </p:cNvPr>
          <p:cNvSpPr>
            <a:spLocks noGrp="1"/>
          </p:cNvSpPr>
          <p:nvPr/>
        </p:nvSpPr>
        <p:spPr>
          <a:xfrm>
            <a:off x="2543175" y="3749040"/>
            <a:ext cx="1314450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7BB2F179-40E7-476A-8B30-5893C5B6B188}"/>
              </a:ext>
            </a:extLst>
          </p:cNvPr>
          <p:cNvSpPr>
            <a:spLocks noGrp="1"/>
          </p:cNvSpPr>
          <p:nvPr/>
        </p:nvSpPr>
        <p:spPr>
          <a:xfrm>
            <a:off x="2571750" y="376047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EB04465-6CE3-4AA8-9A52-70C62D175E8E}"/>
              </a:ext>
            </a:extLst>
          </p:cNvPr>
          <p:cNvSpPr>
            <a:spLocks noGrp="1"/>
          </p:cNvSpPr>
          <p:nvPr/>
        </p:nvSpPr>
        <p:spPr>
          <a:xfrm>
            <a:off x="3857625" y="374904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07AF7AD-0186-40ED-A5F0-3DF909700EA7}"/>
              </a:ext>
            </a:extLst>
          </p:cNvPr>
          <p:cNvSpPr>
            <a:spLocks noGrp="1"/>
          </p:cNvSpPr>
          <p:nvPr/>
        </p:nvSpPr>
        <p:spPr>
          <a:xfrm>
            <a:off x="3886200" y="37604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4611E24F-EEDE-4CB9-BF6E-2314E2C52EAB}"/>
              </a:ext>
            </a:extLst>
          </p:cNvPr>
          <p:cNvSpPr>
            <a:spLocks noGrp="1"/>
          </p:cNvSpPr>
          <p:nvPr/>
        </p:nvSpPr>
        <p:spPr>
          <a:xfrm>
            <a:off x="5143500" y="3749040"/>
            <a:ext cx="1285875" cy="2743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562DACAB-7221-461A-BBE2-8369232B38A9}"/>
              </a:ext>
            </a:extLst>
          </p:cNvPr>
          <p:cNvSpPr>
            <a:spLocks noGrp="1"/>
          </p:cNvSpPr>
          <p:nvPr/>
        </p:nvSpPr>
        <p:spPr>
          <a:xfrm>
            <a:off x="5172075" y="376047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17 h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F9680B6-0DEA-4A06-ACA4-97A152191FC9}"/>
              </a:ext>
            </a:extLst>
          </p:cNvPr>
          <p:cNvSpPr>
            <a:spLocks noGrp="1"/>
          </p:cNvSpPr>
          <p:nvPr/>
        </p:nvSpPr>
        <p:spPr>
          <a:xfrm>
            <a:off x="342900" y="401764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DF81225-D67E-4E34-A2BA-7A9FBAE9C3B9}"/>
              </a:ext>
            </a:extLst>
          </p:cNvPr>
          <p:cNvSpPr>
            <a:spLocks noGrp="1"/>
          </p:cNvSpPr>
          <p:nvPr/>
        </p:nvSpPr>
        <p:spPr>
          <a:xfrm>
            <a:off x="342900" y="4023360"/>
            <a:ext cx="91440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E71C3BC-4B79-4388-97AA-DE99A20DD623}"/>
              </a:ext>
            </a:extLst>
          </p:cNvPr>
          <p:cNvSpPr>
            <a:spLocks noGrp="1"/>
          </p:cNvSpPr>
          <p:nvPr/>
        </p:nvSpPr>
        <p:spPr>
          <a:xfrm>
            <a:off x="371475" y="4034790"/>
            <a:ext cx="8572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9月10日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F3115DF-750A-4357-815D-A1CE85B29F41}"/>
              </a:ext>
            </a:extLst>
          </p:cNvPr>
          <p:cNvSpPr>
            <a:spLocks noGrp="1"/>
          </p:cNvSpPr>
          <p:nvPr/>
        </p:nvSpPr>
        <p:spPr>
          <a:xfrm>
            <a:off x="1257300" y="402336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499A316F-22C8-45A2-B0A3-CA651BF37E20}"/>
              </a:ext>
            </a:extLst>
          </p:cNvPr>
          <p:cNvSpPr>
            <a:spLocks noGrp="1"/>
          </p:cNvSpPr>
          <p:nvPr/>
        </p:nvSpPr>
        <p:spPr>
          <a:xfrm>
            <a:off x="1285875" y="40347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D872534-A360-4169-BAA2-205FBE24ACCD}"/>
              </a:ext>
            </a:extLst>
          </p:cNvPr>
          <p:cNvSpPr>
            <a:spLocks noGrp="1"/>
          </p:cNvSpPr>
          <p:nvPr/>
        </p:nvSpPr>
        <p:spPr>
          <a:xfrm>
            <a:off x="2543175" y="4023360"/>
            <a:ext cx="1314450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0563C10-D338-43FC-A656-9319A26914D0}"/>
              </a:ext>
            </a:extLst>
          </p:cNvPr>
          <p:cNvSpPr>
            <a:spLocks noGrp="1"/>
          </p:cNvSpPr>
          <p:nvPr/>
        </p:nvSpPr>
        <p:spPr>
          <a:xfrm>
            <a:off x="2571750" y="4034790"/>
            <a:ext cx="125730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36 h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4479C28-0416-4B50-AE26-796BFBAC8E5C}"/>
              </a:ext>
            </a:extLst>
          </p:cNvPr>
          <p:cNvSpPr>
            <a:spLocks noGrp="1"/>
          </p:cNvSpPr>
          <p:nvPr/>
        </p:nvSpPr>
        <p:spPr>
          <a:xfrm>
            <a:off x="3857625" y="402336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AD397AFD-69E7-45DC-AED9-8C0528BE4500}"/>
              </a:ext>
            </a:extLst>
          </p:cNvPr>
          <p:cNvSpPr>
            <a:spLocks noGrp="1"/>
          </p:cNvSpPr>
          <p:nvPr/>
        </p:nvSpPr>
        <p:spPr>
          <a:xfrm>
            <a:off x="3886200" y="40347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 h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892E0EA-8120-4EA5-8DC2-562A63A5A688}"/>
              </a:ext>
            </a:extLst>
          </p:cNvPr>
          <p:cNvSpPr>
            <a:spLocks noGrp="1"/>
          </p:cNvSpPr>
          <p:nvPr/>
        </p:nvSpPr>
        <p:spPr>
          <a:xfrm>
            <a:off x="5143500" y="4023360"/>
            <a:ext cx="1285875" cy="274320"/>
          </a:xfrm>
          <a:prstGeom prst="rect">
            <a:avLst/>
          </a:prstGeom>
          <a:solidFill>
            <a:srgbClr val="F7F9FB"/>
          </a:solidFill>
          <a:ln w="0">
            <a:noFill/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1BB74D71-B09A-49A1-A17A-0145500B0523}"/>
              </a:ext>
            </a:extLst>
          </p:cNvPr>
          <p:cNvSpPr>
            <a:spLocks noGrp="1"/>
          </p:cNvSpPr>
          <p:nvPr/>
        </p:nvSpPr>
        <p:spPr>
          <a:xfrm>
            <a:off x="5172075" y="4034790"/>
            <a:ext cx="12287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17 h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685E9104-9530-4FB2-99DE-5E67BAFD05C0}"/>
              </a:ext>
            </a:extLst>
          </p:cNvPr>
          <p:cNvSpPr>
            <a:spLocks noGrp="1"/>
          </p:cNvSpPr>
          <p:nvPr/>
        </p:nvSpPr>
        <p:spPr>
          <a:xfrm>
            <a:off x="342900" y="4291965"/>
            <a:ext cx="6086475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96FB6655-3908-49F3-9D4D-E06F96783949}"/>
              </a:ext>
            </a:extLst>
          </p:cNvPr>
          <p:cNvSpPr>
            <a:spLocks noGrp="1"/>
          </p:cNvSpPr>
          <p:nvPr/>
        </p:nvSpPr>
        <p:spPr>
          <a:xfrm>
            <a:off x="6629400" y="132588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/>
              <a:t>本轮结果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CB5D409-EAEB-45E9-AF6C-E58682226800}"/>
              </a:ext>
            </a:extLst>
          </p:cNvPr>
          <p:cNvSpPr>
            <a:spLocks noGrp="1"/>
          </p:cNvSpPr>
          <p:nvPr/>
        </p:nvSpPr>
        <p:spPr>
          <a:xfrm>
            <a:off x="6629400" y="1743075"/>
            <a:ext cx="21717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237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P10：76 h 缺口，额度38 h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36CA108-970E-4A7E-87B9-DD003FD1BF3E}"/>
              </a:ext>
            </a:extLst>
          </p:cNvPr>
          <p:cNvSpPr>
            <a:spLocks noGrp="1"/>
          </p:cNvSpPr>
          <p:nvPr/>
        </p:nvSpPr>
        <p:spPr>
          <a:xfrm>
            <a:off x="6629400" y="1971675"/>
            <a:ext cx="2171700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5段共40 h，超额度2 h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9F52324E-0067-4B97-8763-151E5F81E54B}"/>
              </a:ext>
            </a:extLst>
          </p:cNvPr>
          <p:cNvSpPr>
            <a:spLocks noGrp="1"/>
          </p:cNvSpPr>
          <p:nvPr/>
        </p:nvSpPr>
        <p:spPr>
          <a:xfrm>
            <a:off x="6629400" y="2383155"/>
            <a:ext cx="21717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P90：37 h 缺口，额度19 h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44E74BC4-4BF9-4486-A10F-C32785ED69CC}"/>
              </a:ext>
            </a:extLst>
          </p:cNvPr>
          <p:cNvSpPr>
            <a:spLocks noGrp="1"/>
          </p:cNvSpPr>
          <p:nvPr/>
        </p:nvSpPr>
        <p:spPr>
          <a:xfrm>
            <a:off x="6629400" y="2611755"/>
            <a:ext cx="2171700" cy="1943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2段共20 h，超额度1 h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3095084-91BC-451D-A411-534FCB7277FB}"/>
              </a:ext>
            </a:extLst>
          </p:cNvPr>
          <p:cNvSpPr>
            <a:spLocks noGrp="1"/>
          </p:cNvSpPr>
          <p:nvPr/>
        </p:nvSpPr>
        <p:spPr>
          <a:xfrm>
            <a:off x="6629400" y="3114675"/>
            <a:ext cx="2171700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/>
              <a:t>9月插后合格小时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CBD9307-9677-44CC-AE38-9DF18DA703BF}"/>
              </a:ext>
            </a:extLst>
          </p:cNvPr>
          <p:cNvSpPr>
            <a:spLocks noGrp="1"/>
          </p:cNvSpPr>
          <p:nvPr/>
        </p:nvSpPr>
        <p:spPr>
          <a:xfrm>
            <a:off x="6629400" y="3366135"/>
            <a:ext cx="2171700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P10：102→142 / 178 h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9DC83BFA-3011-4A5E-8900-0BC6ECA97D1A}"/>
              </a:ext>
            </a:extLst>
          </p:cNvPr>
          <p:cNvSpPr>
            <a:spLocks noGrp="1"/>
          </p:cNvSpPr>
          <p:nvPr/>
        </p:nvSpPr>
        <p:spPr>
          <a:xfrm>
            <a:off x="6629400" y="3577590"/>
            <a:ext cx="2171700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P90：22→42 / 59 h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306E1D5-8AC6-4109-960C-1F12D0BA0A03}"/>
              </a:ext>
            </a:extLst>
          </p:cNvPr>
          <p:cNvSpPr>
            <a:spLocks noGrp="1"/>
          </p:cNvSpPr>
          <p:nvPr/>
        </p:nvSpPr>
        <p:spPr>
          <a:xfrm>
            <a:off x="342900" y="4480560"/>
            <a:ext cx="8286750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本轮补到约一半；剩余缺口转入后续轮次与全年目标共同判断。</a:t>
            </a:r>
          </a:p>
        </p:txBody>
      </p:sp>
    </p:spTree>
    <p:extLst>
      <p:ext uri="{BB962C8B-B14F-4D97-AF65-F5344CB8AC3E}">
        <p14:creationId xmlns:p14="http://schemas.microsoft.com/office/powerpoint/2010/main" val="1713548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2C78-7978-12F8-5D3A-271434A9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D36B7E8-23E8-69F5-8C25-206759D5E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C3E6871-3F47-0C63-78DC-66C2C1D9994D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AFB83D-D9A7-A83B-9D9F-18509A85F037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9B72D5-E3ED-4747-A3C4-FF627D04EAB1}"/>
              </a:ext>
            </a:extLst>
          </p:cNvPr>
          <p:cNvSpPr txBox="1"/>
          <p:nvPr/>
        </p:nvSpPr>
        <p:spPr>
          <a:xfrm>
            <a:off x="164757" y="775366"/>
            <a:ext cx="2509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光伏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出力曲线片段插入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CCF0D2C-D845-A10B-B9CA-A2C214A621AD}"/>
              </a:ext>
            </a:extLst>
          </p:cNvPr>
          <p:cNvPicPr>
            <a:picLocks/>
          </p:cNvPicPr>
          <p:nvPr/>
        </p:nvPicPr>
        <p:blipFill>
          <a:blip r:embed="rId4"/>
          <a:srcRect l="2309"/>
          <a:stretch>
            <a:fillRect/>
          </a:stretch>
        </p:blipFill>
        <p:spPr>
          <a:xfrm>
            <a:off x="2518938" y="775366"/>
            <a:ext cx="6544125" cy="414591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32B08D8-14FD-E5CB-076A-D29F83E01686}"/>
              </a:ext>
            </a:extLst>
          </p:cNvPr>
          <p:cNvSpPr txBox="1"/>
          <p:nvPr/>
        </p:nvSpPr>
        <p:spPr>
          <a:xfrm>
            <a:off x="80937" y="1371330"/>
            <a:ext cx="28364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低辐照日</a:t>
            </a:r>
            <a:r>
              <a:rPr lang="en-US" altLang="zh-CN" sz="1200" dirty="0"/>
              <a:t>:</a:t>
            </a:r>
            <a:r>
              <a:rPr lang="zh-CN" altLang="en-US" sz="1200" dirty="0"/>
              <a:t>全天总辐照值低于</a:t>
            </a:r>
            <a:r>
              <a:rPr lang="en-US" altLang="zh-CN" sz="1200" dirty="0"/>
              <a:t>P10</a:t>
            </a:r>
            <a:r>
              <a:rPr lang="zh-CN" altLang="en-US" sz="1200" dirty="0"/>
              <a:t>阈值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年目标低辐照日：资源年库平均年低辐照日</a:t>
            </a:r>
          </a:p>
          <a:p>
            <a:endParaRPr lang="en-US" altLang="zh-CN" sz="1200" dirty="0"/>
          </a:p>
          <a:p>
            <a:r>
              <a:rPr lang="zh-CN" altLang="en-US" sz="1200" dirty="0"/>
              <a:t>月度缺口</a:t>
            </a:r>
            <a:r>
              <a:rPr lang="en-US" altLang="zh-CN" sz="1200" dirty="0"/>
              <a:t>:</a:t>
            </a:r>
            <a:r>
              <a:rPr lang="zh-CN" altLang="en-US" sz="1200" dirty="0"/>
              <a:t>资源年库平均月低辐照日（月目标低辐照日）</a:t>
            </a:r>
            <a:r>
              <a:rPr lang="en-US" altLang="zh-CN" sz="1200" dirty="0"/>
              <a:t>—</a:t>
            </a:r>
            <a:r>
              <a:rPr lang="zh-CN" altLang="en-US" sz="1200" dirty="0"/>
              <a:t>代表年每月低辐照日</a:t>
            </a:r>
          </a:p>
        </p:txBody>
      </p:sp>
    </p:spTree>
    <p:extLst>
      <p:ext uri="{BB962C8B-B14F-4D97-AF65-F5344CB8AC3E}">
        <p14:creationId xmlns:p14="http://schemas.microsoft.com/office/powerpoint/2010/main" val="1992193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矩形 153">
            <a:extLst>
              <a:ext uri="{FF2B5EF4-FFF2-40B4-BE49-F238E27FC236}">
                <a16:creationId xmlns:a16="http://schemas.microsoft.com/office/drawing/2014/main" id="{17335627-9CF3-47CF-9C0E-F170B4A8B692}"/>
              </a:ext>
            </a:extLst>
          </p:cNvPr>
          <p:cNvSpPr>
            <a:spLocks noGrp="1"/>
          </p:cNvSpPr>
          <p:nvPr/>
        </p:nvSpPr>
        <p:spPr>
          <a:xfrm>
            <a:off x="297180" y="148590"/>
            <a:ext cx="8543925" cy="417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70"/>
              <a:t>01  确定低光日目标与月缺口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EF2DC8-96C7-40B6-9B77-D5BD501C3E97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D675DC-139D-4EDB-9055-C365FFB65C6E}"/>
              </a:ext>
            </a:extLst>
          </p:cNvPr>
          <p:cNvSpPr>
            <a:spLocks noGrp="1"/>
          </p:cNvSpPr>
          <p:nvPr/>
        </p:nvSpPr>
        <p:spPr>
          <a:xfrm>
            <a:off x="308610" y="760095"/>
            <a:ext cx="851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/>
              <a:t>全库日均辐照P10作阈值；按正缺口从大到小选月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C4D492-9F25-4F93-9F75-04CDC445E175}"/>
              </a:ext>
            </a:extLst>
          </p:cNvPr>
          <p:cNvSpPr>
            <a:spLocks noGrp="1"/>
          </p:cNvSpPr>
          <p:nvPr/>
        </p:nvSpPr>
        <p:spPr>
          <a:xfrm>
            <a:off x="314325" y="4846320"/>
            <a:ext cx="485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大光资源年2019 · 2月算例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FAC231-8A19-41D0-90D4-2BE333A93BF0}"/>
              </a:ext>
            </a:extLst>
          </p:cNvPr>
          <p:cNvSpPr>
            <a:spLocks noGrp="1"/>
          </p:cNvSpPr>
          <p:nvPr/>
        </p:nvSpPr>
        <p:spPr>
          <a:xfrm>
            <a:off x="8172450" y="4846320"/>
            <a:ext cx="64008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01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7E69C8-F875-4877-B964-1BA88443D7F6}"/>
              </a:ext>
            </a:extLst>
          </p:cNvPr>
          <p:cNvSpPr>
            <a:spLocks noGrp="1"/>
          </p:cNvSpPr>
          <p:nvPr/>
        </p:nvSpPr>
        <p:spPr>
          <a:xfrm>
            <a:off x="331470" y="1177290"/>
            <a:ext cx="840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/>
              <a:t>本库19年 · 代表年2019 · P10=126.126 W/m²（日总量等价阈值 3.027 kWh/m²）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75F0D1-CDA5-497C-9636-0B6E0ABF75F5}"/>
              </a:ext>
            </a:extLst>
          </p:cNvPr>
          <p:cNvSpPr>
            <a:spLocks noGrp="1"/>
          </p:cNvSpPr>
          <p:nvPr/>
        </p:nvSpPr>
        <p:spPr>
          <a:xfrm>
            <a:off x="342900" y="1623060"/>
            <a:ext cx="685800" cy="251460"/>
          </a:xfrm>
          <a:prstGeom prst="rect">
            <a:avLst/>
          </a:prstGeom>
          <a:solidFill>
            <a:srgbClr val="214C9A"/>
          </a:solidFill>
          <a:ln w="9525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BA65C2-8716-4049-B69F-8ECB377FE28D}"/>
              </a:ext>
            </a:extLst>
          </p:cNvPr>
          <p:cNvSpPr>
            <a:spLocks noGrp="1"/>
          </p:cNvSpPr>
          <p:nvPr/>
        </p:nvSpPr>
        <p:spPr>
          <a:xfrm>
            <a:off x="371475" y="1634490"/>
            <a:ext cx="628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优先次序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4F5CAD-7407-45C7-A9C9-511B171A625D}"/>
              </a:ext>
            </a:extLst>
          </p:cNvPr>
          <p:cNvSpPr>
            <a:spLocks noGrp="1"/>
          </p:cNvSpPr>
          <p:nvPr/>
        </p:nvSpPr>
        <p:spPr>
          <a:xfrm>
            <a:off x="1028700" y="1623060"/>
            <a:ext cx="857250" cy="251460"/>
          </a:xfrm>
          <a:prstGeom prst="rect">
            <a:avLst/>
          </a:prstGeom>
          <a:solidFill>
            <a:srgbClr val="214C9A"/>
          </a:solidFill>
          <a:ln w="9525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C78A1E-3798-4A1F-BBD7-CAF8FE99A272}"/>
              </a:ext>
            </a:extLst>
          </p:cNvPr>
          <p:cNvSpPr>
            <a:spLocks noGrp="1"/>
          </p:cNvSpPr>
          <p:nvPr/>
        </p:nvSpPr>
        <p:spPr>
          <a:xfrm>
            <a:off x="1057275" y="1634490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月份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F57807-1FAA-4D88-A476-72F58C67130E}"/>
              </a:ext>
            </a:extLst>
          </p:cNvPr>
          <p:cNvSpPr>
            <a:spLocks noGrp="1"/>
          </p:cNvSpPr>
          <p:nvPr/>
        </p:nvSpPr>
        <p:spPr>
          <a:xfrm>
            <a:off x="1885950" y="1623060"/>
            <a:ext cx="971550" cy="251460"/>
          </a:xfrm>
          <a:prstGeom prst="rect">
            <a:avLst/>
          </a:prstGeom>
          <a:solidFill>
            <a:srgbClr val="214C9A"/>
          </a:solidFill>
          <a:ln w="9525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802C79-3DFC-48DC-8EB5-B2CFE3E02508}"/>
              </a:ext>
            </a:extLst>
          </p:cNvPr>
          <p:cNvSpPr>
            <a:spLocks noGrp="1"/>
          </p:cNvSpPr>
          <p:nvPr/>
        </p:nvSpPr>
        <p:spPr>
          <a:xfrm>
            <a:off x="1914525" y="163449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历史目标/天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CEEEFD-D9C1-4406-93F8-FB0D4E25A7F6}"/>
              </a:ext>
            </a:extLst>
          </p:cNvPr>
          <p:cNvSpPr>
            <a:spLocks noGrp="1"/>
          </p:cNvSpPr>
          <p:nvPr/>
        </p:nvSpPr>
        <p:spPr>
          <a:xfrm>
            <a:off x="2857500" y="1623060"/>
            <a:ext cx="800100" cy="251460"/>
          </a:xfrm>
          <a:prstGeom prst="rect">
            <a:avLst/>
          </a:prstGeom>
          <a:solidFill>
            <a:srgbClr val="214C9A"/>
          </a:solidFill>
          <a:ln w="9525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29EECC-8F71-48FA-B543-F530C0EDB9A6}"/>
              </a:ext>
            </a:extLst>
          </p:cNvPr>
          <p:cNvSpPr>
            <a:spLocks noGrp="1"/>
          </p:cNvSpPr>
          <p:nvPr/>
        </p:nvSpPr>
        <p:spPr>
          <a:xfrm>
            <a:off x="2886075" y="1634490"/>
            <a:ext cx="74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插前/天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D1F320-EA9D-464F-BAAF-26F97935C022}"/>
              </a:ext>
            </a:extLst>
          </p:cNvPr>
          <p:cNvSpPr>
            <a:spLocks noGrp="1"/>
          </p:cNvSpPr>
          <p:nvPr/>
        </p:nvSpPr>
        <p:spPr>
          <a:xfrm>
            <a:off x="3657600" y="1623060"/>
            <a:ext cx="914400" cy="251460"/>
          </a:xfrm>
          <a:prstGeom prst="rect">
            <a:avLst/>
          </a:prstGeom>
          <a:solidFill>
            <a:srgbClr val="214C9A"/>
          </a:solidFill>
          <a:ln w="9525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4BC8AF-B1FA-4D88-97B1-AE223861352B}"/>
              </a:ext>
            </a:extLst>
          </p:cNvPr>
          <p:cNvSpPr>
            <a:spLocks noGrp="1"/>
          </p:cNvSpPr>
          <p:nvPr/>
        </p:nvSpPr>
        <p:spPr>
          <a:xfrm>
            <a:off x="3686175" y="163449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正缺口/天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FFB468-86CD-4C2C-8528-4838679F6886}"/>
              </a:ext>
            </a:extLst>
          </p:cNvPr>
          <p:cNvSpPr>
            <a:spLocks noGrp="1"/>
          </p:cNvSpPr>
          <p:nvPr/>
        </p:nvSpPr>
        <p:spPr>
          <a:xfrm>
            <a:off x="342900" y="1874520"/>
            <a:ext cx="685800" cy="240030"/>
          </a:xfrm>
          <a:prstGeom prst="rect">
            <a:avLst/>
          </a:prstGeom>
          <a:solidFill>
            <a:srgbClr val="FFF0EC"/>
          </a:solidFill>
          <a:ln w="9525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E28411-DC70-4EE1-AF59-EA4BF5DF1F0E}"/>
              </a:ext>
            </a:extLst>
          </p:cNvPr>
          <p:cNvSpPr>
            <a:spLocks noGrp="1"/>
          </p:cNvSpPr>
          <p:nvPr/>
        </p:nvSpPr>
        <p:spPr>
          <a:xfrm>
            <a:off x="371475" y="188595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30312CF-1738-4A82-BE07-721A443C2098}"/>
              </a:ext>
            </a:extLst>
          </p:cNvPr>
          <p:cNvSpPr>
            <a:spLocks noGrp="1"/>
          </p:cNvSpPr>
          <p:nvPr/>
        </p:nvSpPr>
        <p:spPr>
          <a:xfrm>
            <a:off x="1028700" y="1874520"/>
            <a:ext cx="857250" cy="240030"/>
          </a:xfrm>
          <a:prstGeom prst="rect">
            <a:avLst/>
          </a:prstGeom>
          <a:solidFill>
            <a:srgbClr val="FFF0EC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841409-6B2F-48F1-A0A6-D28DE3E7689C}"/>
              </a:ext>
            </a:extLst>
          </p:cNvPr>
          <p:cNvSpPr>
            <a:spLocks noGrp="1"/>
          </p:cNvSpPr>
          <p:nvPr/>
        </p:nvSpPr>
        <p:spPr>
          <a:xfrm>
            <a:off x="1057275" y="188595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303684E-AEC8-407B-A5C9-F42209C9C29B}"/>
              </a:ext>
            </a:extLst>
          </p:cNvPr>
          <p:cNvSpPr>
            <a:spLocks noGrp="1"/>
          </p:cNvSpPr>
          <p:nvPr/>
        </p:nvSpPr>
        <p:spPr>
          <a:xfrm>
            <a:off x="1885950" y="1874520"/>
            <a:ext cx="971550" cy="240030"/>
          </a:xfrm>
          <a:prstGeom prst="rect">
            <a:avLst/>
          </a:prstGeom>
          <a:solidFill>
            <a:srgbClr val="FFF0EC"/>
          </a:solidFill>
          <a:ln w="9525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E8CBB4-EF27-46C7-9CE5-B16FB4210CD0}"/>
              </a:ext>
            </a:extLst>
          </p:cNvPr>
          <p:cNvSpPr>
            <a:spLocks noGrp="1"/>
          </p:cNvSpPr>
          <p:nvPr/>
        </p:nvSpPr>
        <p:spPr>
          <a:xfrm>
            <a:off x="1914525" y="188595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4AE87B-A3CB-4983-A74D-44AEC49EA1DD}"/>
              </a:ext>
            </a:extLst>
          </p:cNvPr>
          <p:cNvSpPr>
            <a:spLocks noGrp="1"/>
          </p:cNvSpPr>
          <p:nvPr/>
        </p:nvSpPr>
        <p:spPr>
          <a:xfrm>
            <a:off x="2857500" y="1874520"/>
            <a:ext cx="800100" cy="240030"/>
          </a:xfrm>
          <a:prstGeom prst="rect">
            <a:avLst/>
          </a:prstGeom>
          <a:solidFill>
            <a:srgbClr val="FFF0EC"/>
          </a:solidFill>
          <a:ln w="9525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07F6CE-ACAA-4B67-BE5A-2914C02F599F}"/>
              </a:ext>
            </a:extLst>
          </p:cNvPr>
          <p:cNvSpPr>
            <a:spLocks noGrp="1"/>
          </p:cNvSpPr>
          <p:nvPr/>
        </p:nvSpPr>
        <p:spPr>
          <a:xfrm>
            <a:off x="2886075" y="188595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E373A6E-8CBD-4E0B-9F9E-171829CF6084}"/>
              </a:ext>
            </a:extLst>
          </p:cNvPr>
          <p:cNvSpPr>
            <a:spLocks noGrp="1"/>
          </p:cNvSpPr>
          <p:nvPr/>
        </p:nvSpPr>
        <p:spPr>
          <a:xfrm>
            <a:off x="3657600" y="1874520"/>
            <a:ext cx="914400" cy="240030"/>
          </a:xfrm>
          <a:prstGeom prst="rect">
            <a:avLst/>
          </a:prstGeom>
          <a:solidFill>
            <a:srgbClr val="FFF0EC"/>
          </a:solidFill>
          <a:ln w="9525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9509AE-0596-440F-BCCF-8CC54C66756B}"/>
              </a:ext>
            </a:extLst>
          </p:cNvPr>
          <p:cNvSpPr>
            <a:spLocks noGrp="1"/>
          </p:cNvSpPr>
          <p:nvPr/>
        </p:nvSpPr>
        <p:spPr>
          <a:xfrm>
            <a:off x="3686175" y="188595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D77D975-3BF0-45FB-BF79-433A1363FE85}"/>
              </a:ext>
            </a:extLst>
          </p:cNvPr>
          <p:cNvSpPr>
            <a:spLocks noGrp="1"/>
          </p:cNvSpPr>
          <p:nvPr/>
        </p:nvSpPr>
        <p:spPr>
          <a:xfrm>
            <a:off x="342900" y="210883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8F2136-281C-43C9-9275-094EB2D2AB21}"/>
              </a:ext>
            </a:extLst>
          </p:cNvPr>
          <p:cNvSpPr>
            <a:spLocks noGrp="1"/>
          </p:cNvSpPr>
          <p:nvPr/>
        </p:nvSpPr>
        <p:spPr>
          <a:xfrm>
            <a:off x="342900" y="211455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795397-776E-4A10-B56B-9D2BCC872670}"/>
              </a:ext>
            </a:extLst>
          </p:cNvPr>
          <p:cNvSpPr>
            <a:spLocks noGrp="1"/>
          </p:cNvSpPr>
          <p:nvPr/>
        </p:nvSpPr>
        <p:spPr>
          <a:xfrm>
            <a:off x="371475" y="212598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7BC1494-43E2-41AB-80D8-87BFB91D8058}"/>
              </a:ext>
            </a:extLst>
          </p:cNvPr>
          <p:cNvSpPr>
            <a:spLocks noGrp="1"/>
          </p:cNvSpPr>
          <p:nvPr/>
        </p:nvSpPr>
        <p:spPr>
          <a:xfrm>
            <a:off x="1028700" y="211455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B24FD0-10F8-46C8-9252-DCF04DFB9184}"/>
              </a:ext>
            </a:extLst>
          </p:cNvPr>
          <p:cNvSpPr>
            <a:spLocks noGrp="1"/>
          </p:cNvSpPr>
          <p:nvPr/>
        </p:nvSpPr>
        <p:spPr>
          <a:xfrm>
            <a:off x="1057275" y="212598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11DE7B-7BF0-42DA-AA40-BD65879B9301}"/>
              </a:ext>
            </a:extLst>
          </p:cNvPr>
          <p:cNvSpPr>
            <a:spLocks noGrp="1"/>
          </p:cNvSpPr>
          <p:nvPr/>
        </p:nvSpPr>
        <p:spPr>
          <a:xfrm>
            <a:off x="1885950" y="211455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97AAAF-8605-4118-8706-5D3CB9C330D7}"/>
              </a:ext>
            </a:extLst>
          </p:cNvPr>
          <p:cNvSpPr>
            <a:spLocks noGrp="1"/>
          </p:cNvSpPr>
          <p:nvPr/>
        </p:nvSpPr>
        <p:spPr>
          <a:xfrm>
            <a:off x="1914525" y="212598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EA57C7-D2BD-4D06-BA47-E9B8E4808394}"/>
              </a:ext>
            </a:extLst>
          </p:cNvPr>
          <p:cNvSpPr>
            <a:spLocks noGrp="1"/>
          </p:cNvSpPr>
          <p:nvPr/>
        </p:nvSpPr>
        <p:spPr>
          <a:xfrm>
            <a:off x="2857500" y="211455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6E3BA4-40C2-4D6A-9239-5119F0B45091}"/>
              </a:ext>
            </a:extLst>
          </p:cNvPr>
          <p:cNvSpPr>
            <a:spLocks noGrp="1"/>
          </p:cNvSpPr>
          <p:nvPr/>
        </p:nvSpPr>
        <p:spPr>
          <a:xfrm>
            <a:off x="2886075" y="212598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333AD6-C70D-4E5F-9F1D-A382D8E10F19}"/>
              </a:ext>
            </a:extLst>
          </p:cNvPr>
          <p:cNvSpPr>
            <a:spLocks noGrp="1"/>
          </p:cNvSpPr>
          <p:nvPr/>
        </p:nvSpPr>
        <p:spPr>
          <a:xfrm>
            <a:off x="3657600" y="211455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78BD8C8-C6C1-47D3-ADFA-57CEBEC5FC6C}"/>
              </a:ext>
            </a:extLst>
          </p:cNvPr>
          <p:cNvSpPr>
            <a:spLocks noGrp="1"/>
          </p:cNvSpPr>
          <p:nvPr/>
        </p:nvSpPr>
        <p:spPr>
          <a:xfrm>
            <a:off x="3686175" y="212598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49910CD-1E0F-489F-B4EB-E98C06B37C20}"/>
              </a:ext>
            </a:extLst>
          </p:cNvPr>
          <p:cNvSpPr>
            <a:spLocks noGrp="1"/>
          </p:cNvSpPr>
          <p:nvPr/>
        </p:nvSpPr>
        <p:spPr>
          <a:xfrm>
            <a:off x="342900" y="234886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A6E9DD6-38D1-42D3-A4A4-377F5C4CB6DF}"/>
              </a:ext>
            </a:extLst>
          </p:cNvPr>
          <p:cNvSpPr>
            <a:spLocks noGrp="1"/>
          </p:cNvSpPr>
          <p:nvPr/>
        </p:nvSpPr>
        <p:spPr>
          <a:xfrm>
            <a:off x="342900" y="2354580"/>
            <a:ext cx="6858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28DD6A5-4CE8-4101-9537-1454C5631740}"/>
              </a:ext>
            </a:extLst>
          </p:cNvPr>
          <p:cNvSpPr>
            <a:spLocks noGrp="1"/>
          </p:cNvSpPr>
          <p:nvPr/>
        </p:nvSpPr>
        <p:spPr>
          <a:xfrm>
            <a:off x="371475" y="236601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3265766-2FEF-445F-A214-0E02A4D22240}"/>
              </a:ext>
            </a:extLst>
          </p:cNvPr>
          <p:cNvSpPr>
            <a:spLocks noGrp="1"/>
          </p:cNvSpPr>
          <p:nvPr/>
        </p:nvSpPr>
        <p:spPr>
          <a:xfrm>
            <a:off x="1028700" y="2354580"/>
            <a:ext cx="8572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CD9A5D4-B7F0-4566-974F-73DE02078373}"/>
              </a:ext>
            </a:extLst>
          </p:cNvPr>
          <p:cNvSpPr>
            <a:spLocks noGrp="1"/>
          </p:cNvSpPr>
          <p:nvPr/>
        </p:nvSpPr>
        <p:spPr>
          <a:xfrm>
            <a:off x="1057275" y="236601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11月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D07A66D-5059-444B-8BE9-37647F752D5E}"/>
              </a:ext>
            </a:extLst>
          </p:cNvPr>
          <p:cNvSpPr>
            <a:spLocks noGrp="1"/>
          </p:cNvSpPr>
          <p:nvPr/>
        </p:nvSpPr>
        <p:spPr>
          <a:xfrm>
            <a:off x="1885950" y="2354580"/>
            <a:ext cx="9715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43672D5-97D1-4C49-A870-07AEC324344A}"/>
              </a:ext>
            </a:extLst>
          </p:cNvPr>
          <p:cNvSpPr>
            <a:spLocks noGrp="1"/>
          </p:cNvSpPr>
          <p:nvPr/>
        </p:nvSpPr>
        <p:spPr>
          <a:xfrm>
            <a:off x="1914525" y="236601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786C654-52ED-4ECF-BDC6-2801A52BD1F9}"/>
              </a:ext>
            </a:extLst>
          </p:cNvPr>
          <p:cNvSpPr>
            <a:spLocks noGrp="1"/>
          </p:cNvSpPr>
          <p:nvPr/>
        </p:nvSpPr>
        <p:spPr>
          <a:xfrm>
            <a:off x="2857500" y="2354580"/>
            <a:ext cx="8001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95F07C9-3D70-49A4-990D-C06C87F09450}"/>
              </a:ext>
            </a:extLst>
          </p:cNvPr>
          <p:cNvSpPr>
            <a:spLocks noGrp="1"/>
          </p:cNvSpPr>
          <p:nvPr/>
        </p:nvSpPr>
        <p:spPr>
          <a:xfrm>
            <a:off x="2886075" y="236601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2DA2A49-0388-4B6F-B8AE-412A1A69D030}"/>
              </a:ext>
            </a:extLst>
          </p:cNvPr>
          <p:cNvSpPr>
            <a:spLocks noGrp="1"/>
          </p:cNvSpPr>
          <p:nvPr/>
        </p:nvSpPr>
        <p:spPr>
          <a:xfrm>
            <a:off x="3657600" y="2354580"/>
            <a:ext cx="9144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7C19945-C6AE-4EE7-A264-D0791520B944}"/>
              </a:ext>
            </a:extLst>
          </p:cNvPr>
          <p:cNvSpPr>
            <a:spLocks noGrp="1"/>
          </p:cNvSpPr>
          <p:nvPr/>
        </p:nvSpPr>
        <p:spPr>
          <a:xfrm>
            <a:off x="3686175" y="236601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0E55C6E-6FB7-48D8-97F7-BB6B57C2590C}"/>
              </a:ext>
            </a:extLst>
          </p:cNvPr>
          <p:cNvSpPr>
            <a:spLocks noGrp="1"/>
          </p:cNvSpPr>
          <p:nvPr/>
        </p:nvSpPr>
        <p:spPr>
          <a:xfrm>
            <a:off x="342900" y="258889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FDE981D-4167-4102-9CE6-6D0FDAC6200B}"/>
              </a:ext>
            </a:extLst>
          </p:cNvPr>
          <p:cNvSpPr>
            <a:spLocks noGrp="1"/>
          </p:cNvSpPr>
          <p:nvPr/>
        </p:nvSpPr>
        <p:spPr>
          <a:xfrm>
            <a:off x="342900" y="259461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2CD7EEF-DC29-4201-AC12-BA408B7BA6F1}"/>
              </a:ext>
            </a:extLst>
          </p:cNvPr>
          <p:cNvSpPr>
            <a:spLocks noGrp="1"/>
          </p:cNvSpPr>
          <p:nvPr/>
        </p:nvSpPr>
        <p:spPr>
          <a:xfrm>
            <a:off x="371475" y="260604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EF5D276-E726-460F-9181-C98C063FFEF1}"/>
              </a:ext>
            </a:extLst>
          </p:cNvPr>
          <p:cNvSpPr>
            <a:spLocks noGrp="1"/>
          </p:cNvSpPr>
          <p:nvPr/>
        </p:nvSpPr>
        <p:spPr>
          <a:xfrm>
            <a:off x="1028700" y="259461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9BE77E7-A563-40EE-A2F2-2BAC887409C0}"/>
              </a:ext>
            </a:extLst>
          </p:cNvPr>
          <p:cNvSpPr>
            <a:spLocks noGrp="1"/>
          </p:cNvSpPr>
          <p:nvPr/>
        </p:nvSpPr>
        <p:spPr>
          <a:xfrm>
            <a:off x="1057275" y="260604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12月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3ECF97D-A493-48AC-A70B-7A7B1BB6A84F}"/>
              </a:ext>
            </a:extLst>
          </p:cNvPr>
          <p:cNvSpPr>
            <a:spLocks noGrp="1"/>
          </p:cNvSpPr>
          <p:nvPr/>
        </p:nvSpPr>
        <p:spPr>
          <a:xfrm>
            <a:off x="1885950" y="259461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18CEEF6-0150-4BD7-BB5A-5352F4D99FF3}"/>
              </a:ext>
            </a:extLst>
          </p:cNvPr>
          <p:cNvSpPr>
            <a:spLocks noGrp="1"/>
          </p:cNvSpPr>
          <p:nvPr/>
        </p:nvSpPr>
        <p:spPr>
          <a:xfrm>
            <a:off x="1914525" y="260604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A3F4A0-5D80-4043-B0EA-2B110406B7C8}"/>
              </a:ext>
            </a:extLst>
          </p:cNvPr>
          <p:cNvSpPr>
            <a:spLocks noGrp="1"/>
          </p:cNvSpPr>
          <p:nvPr/>
        </p:nvSpPr>
        <p:spPr>
          <a:xfrm>
            <a:off x="2857500" y="259461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72B8BF2-45C0-47C1-9E63-8111E8658A6D}"/>
              </a:ext>
            </a:extLst>
          </p:cNvPr>
          <p:cNvSpPr>
            <a:spLocks noGrp="1"/>
          </p:cNvSpPr>
          <p:nvPr/>
        </p:nvSpPr>
        <p:spPr>
          <a:xfrm>
            <a:off x="2886075" y="260604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19DAA6-5E6B-4296-9343-55EC3E4C97B3}"/>
              </a:ext>
            </a:extLst>
          </p:cNvPr>
          <p:cNvSpPr>
            <a:spLocks noGrp="1"/>
          </p:cNvSpPr>
          <p:nvPr/>
        </p:nvSpPr>
        <p:spPr>
          <a:xfrm>
            <a:off x="3657600" y="259461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280DC7E-1A23-483A-AD1C-50A08FB1109A}"/>
              </a:ext>
            </a:extLst>
          </p:cNvPr>
          <p:cNvSpPr>
            <a:spLocks noGrp="1"/>
          </p:cNvSpPr>
          <p:nvPr/>
        </p:nvSpPr>
        <p:spPr>
          <a:xfrm>
            <a:off x="3686175" y="260604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339EBA7-93F5-4F44-BE57-373DEDE55432}"/>
              </a:ext>
            </a:extLst>
          </p:cNvPr>
          <p:cNvSpPr>
            <a:spLocks noGrp="1"/>
          </p:cNvSpPr>
          <p:nvPr/>
        </p:nvSpPr>
        <p:spPr>
          <a:xfrm>
            <a:off x="342900" y="282892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2D10C12-76D0-44A4-9F37-F47D1F3BA87F}"/>
              </a:ext>
            </a:extLst>
          </p:cNvPr>
          <p:cNvSpPr>
            <a:spLocks noGrp="1"/>
          </p:cNvSpPr>
          <p:nvPr/>
        </p:nvSpPr>
        <p:spPr>
          <a:xfrm>
            <a:off x="342900" y="2834640"/>
            <a:ext cx="6858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88DD672-432B-41CE-B7E6-129BD533F2C5}"/>
              </a:ext>
            </a:extLst>
          </p:cNvPr>
          <p:cNvSpPr>
            <a:spLocks noGrp="1"/>
          </p:cNvSpPr>
          <p:nvPr/>
        </p:nvSpPr>
        <p:spPr>
          <a:xfrm>
            <a:off x="371475" y="284607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83D749B-9A7C-4AD1-B66E-897AB41FA501}"/>
              </a:ext>
            </a:extLst>
          </p:cNvPr>
          <p:cNvSpPr>
            <a:spLocks noGrp="1"/>
          </p:cNvSpPr>
          <p:nvPr/>
        </p:nvSpPr>
        <p:spPr>
          <a:xfrm>
            <a:off x="1028700" y="2834640"/>
            <a:ext cx="8572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89D31E4-A51D-4B38-B195-6C5DA997FC14}"/>
              </a:ext>
            </a:extLst>
          </p:cNvPr>
          <p:cNvSpPr>
            <a:spLocks noGrp="1"/>
          </p:cNvSpPr>
          <p:nvPr/>
        </p:nvSpPr>
        <p:spPr>
          <a:xfrm>
            <a:off x="1057275" y="284607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4月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02C312F-E412-4C48-BFBF-4E657F2F0EB9}"/>
              </a:ext>
            </a:extLst>
          </p:cNvPr>
          <p:cNvSpPr>
            <a:spLocks noGrp="1"/>
          </p:cNvSpPr>
          <p:nvPr/>
        </p:nvSpPr>
        <p:spPr>
          <a:xfrm>
            <a:off x="1885950" y="2834640"/>
            <a:ext cx="9715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E6E0E99-D5BE-4DBB-89B6-D04E0D5616D6}"/>
              </a:ext>
            </a:extLst>
          </p:cNvPr>
          <p:cNvSpPr>
            <a:spLocks noGrp="1"/>
          </p:cNvSpPr>
          <p:nvPr/>
        </p:nvSpPr>
        <p:spPr>
          <a:xfrm>
            <a:off x="1914525" y="284607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83D5973-5416-48BB-8E90-889A66108DA5}"/>
              </a:ext>
            </a:extLst>
          </p:cNvPr>
          <p:cNvSpPr>
            <a:spLocks noGrp="1"/>
          </p:cNvSpPr>
          <p:nvPr/>
        </p:nvSpPr>
        <p:spPr>
          <a:xfrm>
            <a:off x="2857500" y="2834640"/>
            <a:ext cx="8001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A188D14-A9D6-4509-AE39-759AA6F6E728}"/>
              </a:ext>
            </a:extLst>
          </p:cNvPr>
          <p:cNvSpPr>
            <a:spLocks noGrp="1"/>
          </p:cNvSpPr>
          <p:nvPr/>
        </p:nvSpPr>
        <p:spPr>
          <a:xfrm>
            <a:off x="2886075" y="284607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4517038-ED01-437E-8777-96E3CDC52D72}"/>
              </a:ext>
            </a:extLst>
          </p:cNvPr>
          <p:cNvSpPr>
            <a:spLocks noGrp="1"/>
          </p:cNvSpPr>
          <p:nvPr/>
        </p:nvSpPr>
        <p:spPr>
          <a:xfrm>
            <a:off x="3657600" y="2834640"/>
            <a:ext cx="9144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E1B9861-BB8C-4E97-8773-0EB49A4BB752}"/>
              </a:ext>
            </a:extLst>
          </p:cNvPr>
          <p:cNvSpPr>
            <a:spLocks noGrp="1"/>
          </p:cNvSpPr>
          <p:nvPr/>
        </p:nvSpPr>
        <p:spPr>
          <a:xfrm>
            <a:off x="3686175" y="284607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07426E7-613A-4E4E-922B-9B398482A94E}"/>
              </a:ext>
            </a:extLst>
          </p:cNvPr>
          <p:cNvSpPr>
            <a:spLocks noGrp="1"/>
          </p:cNvSpPr>
          <p:nvPr/>
        </p:nvSpPr>
        <p:spPr>
          <a:xfrm>
            <a:off x="342900" y="306895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5D23B46-B23C-4F31-B521-80E164516BB2}"/>
              </a:ext>
            </a:extLst>
          </p:cNvPr>
          <p:cNvSpPr>
            <a:spLocks noGrp="1"/>
          </p:cNvSpPr>
          <p:nvPr/>
        </p:nvSpPr>
        <p:spPr>
          <a:xfrm>
            <a:off x="342900" y="307467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78D4FF-63B9-40F3-B232-8C4BB929A341}"/>
              </a:ext>
            </a:extLst>
          </p:cNvPr>
          <p:cNvSpPr>
            <a:spLocks noGrp="1"/>
          </p:cNvSpPr>
          <p:nvPr/>
        </p:nvSpPr>
        <p:spPr>
          <a:xfrm>
            <a:off x="371475" y="308610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F562BE7-6126-46C9-805A-1A957DE43674}"/>
              </a:ext>
            </a:extLst>
          </p:cNvPr>
          <p:cNvSpPr>
            <a:spLocks noGrp="1"/>
          </p:cNvSpPr>
          <p:nvPr/>
        </p:nvSpPr>
        <p:spPr>
          <a:xfrm>
            <a:off x="1028700" y="307467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D2FE3DF-8CC2-4141-80A9-31E3DB10BE1A}"/>
              </a:ext>
            </a:extLst>
          </p:cNvPr>
          <p:cNvSpPr>
            <a:spLocks noGrp="1"/>
          </p:cNvSpPr>
          <p:nvPr/>
        </p:nvSpPr>
        <p:spPr>
          <a:xfrm>
            <a:off x="1057275" y="308610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5月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F453CB9-7A27-4D64-A423-7933E1679F77}"/>
              </a:ext>
            </a:extLst>
          </p:cNvPr>
          <p:cNvSpPr>
            <a:spLocks noGrp="1"/>
          </p:cNvSpPr>
          <p:nvPr/>
        </p:nvSpPr>
        <p:spPr>
          <a:xfrm>
            <a:off x="1885950" y="307467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59CE34C-970E-446A-B17F-490427252190}"/>
              </a:ext>
            </a:extLst>
          </p:cNvPr>
          <p:cNvSpPr>
            <a:spLocks noGrp="1"/>
          </p:cNvSpPr>
          <p:nvPr/>
        </p:nvSpPr>
        <p:spPr>
          <a:xfrm>
            <a:off x="1914525" y="308610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A6D592C-6F35-4330-A351-F7941025C3D7}"/>
              </a:ext>
            </a:extLst>
          </p:cNvPr>
          <p:cNvSpPr>
            <a:spLocks noGrp="1"/>
          </p:cNvSpPr>
          <p:nvPr/>
        </p:nvSpPr>
        <p:spPr>
          <a:xfrm>
            <a:off x="2857500" y="307467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5EEB99D6-8B34-45D4-A2AD-7D6AB423A064}"/>
              </a:ext>
            </a:extLst>
          </p:cNvPr>
          <p:cNvSpPr>
            <a:spLocks noGrp="1"/>
          </p:cNvSpPr>
          <p:nvPr/>
        </p:nvSpPr>
        <p:spPr>
          <a:xfrm>
            <a:off x="2886075" y="308610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28330E6-1C3A-4AD9-BE31-973647AD9F43}"/>
              </a:ext>
            </a:extLst>
          </p:cNvPr>
          <p:cNvSpPr>
            <a:spLocks noGrp="1"/>
          </p:cNvSpPr>
          <p:nvPr/>
        </p:nvSpPr>
        <p:spPr>
          <a:xfrm>
            <a:off x="3657600" y="307467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7E329A7-9749-4EF1-966B-86EC0079CE40}"/>
              </a:ext>
            </a:extLst>
          </p:cNvPr>
          <p:cNvSpPr>
            <a:spLocks noGrp="1"/>
          </p:cNvSpPr>
          <p:nvPr/>
        </p:nvSpPr>
        <p:spPr>
          <a:xfrm>
            <a:off x="3686175" y="308610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52B2EF9-30CD-45A8-AF6D-0CCAB3BC0EEF}"/>
              </a:ext>
            </a:extLst>
          </p:cNvPr>
          <p:cNvSpPr>
            <a:spLocks noGrp="1"/>
          </p:cNvSpPr>
          <p:nvPr/>
        </p:nvSpPr>
        <p:spPr>
          <a:xfrm>
            <a:off x="342900" y="330898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4BB9CFF-2097-42EB-A08A-1B781E958A83}"/>
              </a:ext>
            </a:extLst>
          </p:cNvPr>
          <p:cNvSpPr>
            <a:spLocks noGrp="1"/>
          </p:cNvSpPr>
          <p:nvPr/>
        </p:nvSpPr>
        <p:spPr>
          <a:xfrm>
            <a:off x="342900" y="3314700"/>
            <a:ext cx="6858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A3C4AD6-949C-45A1-B5B0-44486D5A8CFB}"/>
              </a:ext>
            </a:extLst>
          </p:cNvPr>
          <p:cNvSpPr>
            <a:spLocks noGrp="1"/>
          </p:cNvSpPr>
          <p:nvPr/>
        </p:nvSpPr>
        <p:spPr>
          <a:xfrm>
            <a:off x="371475" y="332613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40D1F3B-2567-463D-921E-43F91FD3CEB9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8572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60991683-54FE-4B33-B686-F781181B5BF8}"/>
              </a:ext>
            </a:extLst>
          </p:cNvPr>
          <p:cNvSpPr>
            <a:spLocks noGrp="1"/>
          </p:cNvSpPr>
          <p:nvPr/>
        </p:nvSpPr>
        <p:spPr>
          <a:xfrm>
            <a:off x="1057275" y="332613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6月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C8EAFA8-816D-469B-A3B1-210ECEE9D265}"/>
              </a:ext>
            </a:extLst>
          </p:cNvPr>
          <p:cNvSpPr>
            <a:spLocks noGrp="1"/>
          </p:cNvSpPr>
          <p:nvPr/>
        </p:nvSpPr>
        <p:spPr>
          <a:xfrm>
            <a:off x="1885950" y="3314700"/>
            <a:ext cx="9715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79DC1C7-3284-41E9-ADCC-B993AB1CEF43}"/>
              </a:ext>
            </a:extLst>
          </p:cNvPr>
          <p:cNvSpPr>
            <a:spLocks noGrp="1"/>
          </p:cNvSpPr>
          <p:nvPr/>
        </p:nvSpPr>
        <p:spPr>
          <a:xfrm>
            <a:off x="1914525" y="332613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FA06D4E-0C37-4CEA-8F34-0DCC46005A9D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8001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8E2237A8-C61B-4682-A236-9406F26BEA72}"/>
              </a:ext>
            </a:extLst>
          </p:cNvPr>
          <p:cNvSpPr>
            <a:spLocks noGrp="1"/>
          </p:cNvSpPr>
          <p:nvPr/>
        </p:nvSpPr>
        <p:spPr>
          <a:xfrm>
            <a:off x="2886075" y="332613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E8994B8-0D53-48E4-9B72-397097120A6D}"/>
              </a:ext>
            </a:extLst>
          </p:cNvPr>
          <p:cNvSpPr>
            <a:spLocks noGrp="1"/>
          </p:cNvSpPr>
          <p:nvPr/>
        </p:nvSpPr>
        <p:spPr>
          <a:xfrm>
            <a:off x="3657600" y="3314700"/>
            <a:ext cx="9144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D07A066-FB72-4D8E-AB22-C759F06968E2}"/>
              </a:ext>
            </a:extLst>
          </p:cNvPr>
          <p:cNvSpPr>
            <a:spLocks noGrp="1"/>
          </p:cNvSpPr>
          <p:nvPr/>
        </p:nvSpPr>
        <p:spPr>
          <a:xfrm>
            <a:off x="3686175" y="332613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F03D492-9CCE-4A0A-B88B-F9C42C4FFF89}"/>
              </a:ext>
            </a:extLst>
          </p:cNvPr>
          <p:cNvSpPr>
            <a:spLocks noGrp="1"/>
          </p:cNvSpPr>
          <p:nvPr/>
        </p:nvSpPr>
        <p:spPr>
          <a:xfrm>
            <a:off x="342900" y="354901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AD96234-85BE-46C1-B59B-98D88ED2BACB}"/>
              </a:ext>
            </a:extLst>
          </p:cNvPr>
          <p:cNvSpPr>
            <a:spLocks noGrp="1"/>
          </p:cNvSpPr>
          <p:nvPr/>
        </p:nvSpPr>
        <p:spPr>
          <a:xfrm>
            <a:off x="342900" y="355473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EB5441F-3AB8-438D-B179-2B9046188582}"/>
              </a:ext>
            </a:extLst>
          </p:cNvPr>
          <p:cNvSpPr>
            <a:spLocks noGrp="1"/>
          </p:cNvSpPr>
          <p:nvPr/>
        </p:nvSpPr>
        <p:spPr>
          <a:xfrm>
            <a:off x="371475" y="356616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82F676C-9BDB-44C4-98C1-A84B9179EAB1}"/>
              </a:ext>
            </a:extLst>
          </p:cNvPr>
          <p:cNvSpPr>
            <a:spLocks noGrp="1"/>
          </p:cNvSpPr>
          <p:nvPr/>
        </p:nvSpPr>
        <p:spPr>
          <a:xfrm>
            <a:off x="1028700" y="355473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6B83CDF-30AB-4101-9133-A856B872301D}"/>
              </a:ext>
            </a:extLst>
          </p:cNvPr>
          <p:cNvSpPr>
            <a:spLocks noGrp="1"/>
          </p:cNvSpPr>
          <p:nvPr/>
        </p:nvSpPr>
        <p:spPr>
          <a:xfrm>
            <a:off x="1057275" y="356616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7月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00D7B39-AB00-42A5-A7E8-FCE450708C9F}"/>
              </a:ext>
            </a:extLst>
          </p:cNvPr>
          <p:cNvSpPr>
            <a:spLocks noGrp="1"/>
          </p:cNvSpPr>
          <p:nvPr/>
        </p:nvSpPr>
        <p:spPr>
          <a:xfrm>
            <a:off x="1885950" y="355473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E9926D9-3E79-485C-96C4-3ED1069D6304}"/>
              </a:ext>
            </a:extLst>
          </p:cNvPr>
          <p:cNvSpPr>
            <a:spLocks noGrp="1"/>
          </p:cNvSpPr>
          <p:nvPr/>
        </p:nvSpPr>
        <p:spPr>
          <a:xfrm>
            <a:off x="1914525" y="356616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02087F7F-F264-41D1-98B4-A88F24BE8328}"/>
              </a:ext>
            </a:extLst>
          </p:cNvPr>
          <p:cNvSpPr>
            <a:spLocks noGrp="1"/>
          </p:cNvSpPr>
          <p:nvPr/>
        </p:nvSpPr>
        <p:spPr>
          <a:xfrm>
            <a:off x="2857500" y="355473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8BC664E-72F7-4141-8658-5743B1547602}"/>
              </a:ext>
            </a:extLst>
          </p:cNvPr>
          <p:cNvSpPr>
            <a:spLocks noGrp="1"/>
          </p:cNvSpPr>
          <p:nvPr/>
        </p:nvSpPr>
        <p:spPr>
          <a:xfrm>
            <a:off x="2886075" y="356616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5600D85F-6361-4810-8973-A554FAF6CF1B}"/>
              </a:ext>
            </a:extLst>
          </p:cNvPr>
          <p:cNvSpPr>
            <a:spLocks noGrp="1"/>
          </p:cNvSpPr>
          <p:nvPr/>
        </p:nvSpPr>
        <p:spPr>
          <a:xfrm>
            <a:off x="3657600" y="355473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8AB82988-55A2-41A6-AA59-27084ACEB8C6}"/>
              </a:ext>
            </a:extLst>
          </p:cNvPr>
          <p:cNvSpPr>
            <a:spLocks noGrp="1"/>
          </p:cNvSpPr>
          <p:nvPr/>
        </p:nvSpPr>
        <p:spPr>
          <a:xfrm>
            <a:off x="3686175" y="356616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E741EA3-D628-4F46-AB54-AF188E7C4D89}"/>
              </a:ext>
            </a:extLst>
          </p:cNvPr>
          <p:cNvSpPr>
            <a:spLocks noGrp="1"/>
          </p:cNvSpPr>
          <p:nvPr/>
        </p:nvSpPr>
        <p:spPr>
          <a:xfrm>
            <a:off x="342900" y="378904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27EB9FC7-3B10-40BB-B31C-FF323653A036}"/>
              </a:ext>
            </a:extLst>
          </p:cNvPr>
          <p:cNvSpPr>
            <a:spLocks noGrp="1"/>
          </p:cNvSpPr>
          <p:nvPr/>
        </p:nvSpPr>
        <p:spPr>
          <a:xfrm>
            <a:off x="342900" y="3794760"/>
            <a:ext cx="6858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5EA8970-4CEB-4429-8D22-9CEBF2B2ECB5}"/>
              </a:ext>
            </a:extLst>
          </p:cNvPr>
          <p:cNvSpPr>
            <a:spLocks noGrp="1"/>
          </p:cNvSpPr>
          <p:nvPr/>
        </p:nvSpPr>
        <p:spPr>
          <a:xfrm>
            <a:off x="371475" y="380619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602AD5DA-A794-4D12-A3F1-F869082D18EF}"/>
              </a:ext>
            </a:extLst>
          </p:cNvPr>
          <p:cNvSpPr>
            <a:spLocks noGrp="1"/>
          </p:cNvSpPr>
          <p:nvPr/>
        </p:nvSpPr>
        <p:spPr>
          <a:xfrm>
            <a:off x="1028700" y="3794760"/>
            <a:ext cx="8572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8CB481E0-56A5-45FC-BC32-39EB1F349E59}"/>
              </a:ext>
            </a:extLst>
          </p:cNvPr>
          <p:cNvSpPr>
            <a:spLocks noGrp="1"/>
          </p:cNvSpPr>
          <p:nvPr/>
        </p:nvSpPr>
        <p:spPr>
          <a:xfrm>
            <a:off x="1057275" y="380619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10月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8ACDC69-3991-4CB0-B2D6-0DEC61BD9AC7}"/>
              </a:ext>
            </a:extLst>
          </p:cNvPr>
          <p:cNvSpPr>
            <a:spLocks noGrp="1"/>
          </p:cNvSpPr>
          <p:nvPr/>
        </p:nvSpPr>
        <p:spPr>
          <a:xfrm>
            <a:off x="1885950" y="3794760"/>
            <a:ext cx="9715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7C923748-5CBA-4793-930D-255B1B105C81}"/>
              </a:ext>
            </a:extLst>
          </p:cNvPr>
          <p:cNvSpPr>
            <a:spLocks noGrp="1"/>
          </p:cNvSpPr>
          <p:nvPr/>
        </p:nvSpPr>
        <p:spPr>
          <a:xfrm>
            <a:off x="1914525" y="380619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3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FF464AB-27CD-4BB0-AF23-969C0655B85E}"/>
              </a:ext>
            </a:extLst>
          </p:cNvPr>
          <p:cNvSpPr>
            <a:spLocks noGrp="1"/>
          </p:cNvSpPr>
          <p:nvPr/>
        </p:nvSpPr>
        <p:spPr>
          <a:xfrm>
            <a:off x="2857500" y="3794760"/>
            <a:ext cx="8001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5A47286-A156-41BA-B6E1-BDE66B251038}"/>
              </a:ext>
            </a:extLst>
          </p:cNvPr>
          <p:cNvSpPr>
            <a:spLocks noGrp="1"/>
          </p:cNvSpPr>
          <p:nvPr/>
        </p:nvSpPr>
        <p:spPr>
          <a:xfrm>
            <a:off x="2886075" y="380619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FEA74CB-BAFD-47C7-B956-BA4D14D5E25D}"/>
              </a:ext>
            </a:extLst>
          </p:cNvPr>
          <p:cNvSpPr>
            <a:spLocks noGrp="1"/>
          </p:cNvSpPr>
          <p:nvPr/>
        </p:nvSpPr>
        <p:spPr>
          <a:xfrm>
            <a:off x="3657600" y="3794760"/>
            <a:ext cx="9144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905DF0E-115A-4C87-AA84-289F5814167C}"/>
              </a:ext>
            </a:extLst>
          </p:cNvPr>
          <p:cNvSpPr>
            <a:spLocks noGrp="1"/>
          </p:cNvSpPr>
          <p:nvPr/>
        </p:nvSpPr>
        <p:spPr>
          <a:xfrm>
            <a:off x="3686175" y="380619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C8E90384-5DFB-4FAC-B7AD-262086CDEBF9}"/>
              </a:ext>
            </a:extLst>
          </p:cNvPr>
          <p:cNvSpPr>
            <a:spLocks noGrp="1"/>
          </p:cNvSpPr>
          <p:nvPr/>
        </p:nvSpPr>
        <p:spPr>
          <a:xfrm>
            <a:off x="342900" y="402907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7BFFAC8E-05EC-4991-90E5-CD50860DBC3C}"/>
              </a:ext>
            </a:extLst>
          </p:cNvPr>
          <p:cNvSpPr>
            <a:spLocks noGrp="1"/>
          </p:cNvSpPr>
          <p:nvPr/>
        </p:nvSpPr>
        <p:spPr>
          <a:xfrm>
            <a:off x="342900" y="403479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FE8D55C9-E00B-4592-8B70-4A436ADD4A83}"/>
              </a:ext>
            </a:extLst>
          </p:cNvPr>
          <p:cNvSpPr>
            <a:spLocks noGrp="1"/>
          </p:cNvSpPr>
          <p:nvPr/>
        </p:nvSpPr>
        <p:spPr>
          <a:xfrm>
            <a:off x="371475" y="404622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10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41E7ED0-7368-4FBC-9C33-1343201EDABE}"/>
              </a:ext>
            </a:extLst>
          </p:cNvPr>
          <p:cNvSpPr>
            <a:spLocks noGrp="1"/>
          </p:cNvSpPr>
          <p:nvPr/>
        </p:nvSpPr>
        <p:spPr>
          <a:xfrm>
            <a:off x="1028700" y="403479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6C69A0E1-7E31-489C-86AC-0FCC0FDFA5C7}"/>
              </a:ext>
            </a:extLst>
          </p:cNvPr>
          <p:cNvSpPr>
            <a:spLocks noGrp="1"/>
          </p:cNvSpPr>
          <p:nvPr/>
        </p:nvSpPr>
        <p:spPr>
          <a:xfrm>
            <a:off x="1057275" y="404622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1月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79DB12F-8811-4724-8B56-6F3786AD7EC0}"/>
              </a:ext>
            </a:extLst>
          </p:cNvPr>
          <p:cNvSpPr>
            <a:spLocks noGrp="1"/>
          </p:cNvSpPr>
          <p:nvPr/>
        </p:nvSpPr>
        <p:spPr>
          <a:xfrm>
            <a:off x="1885950" y="403479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B39A7886-D38E-4BA7-9E2F-73A4766F63D5}"/>
              </a:ext>
            </a:extLst>
          </p:cNvPr>
          <p:cNvSpPr>
            <a:spLocks noGrp="1"/>
          </p:cNvSpPr>
          <p:nvPr/>
        </p:nvSpPr>
        <p:spPr>
          <a:xfrm>
            <a:off x="1914525" y="404622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7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3D25FF0-6854-4126-8C7C-ED2781231D65}"/>
              </a:ext>
            </a:extLst>
          </p:cNvPr>
          <p:cNvSpPr>
            <a:spLocks noGrp="1"/>
          </p:cNvSpPr>
          <p:nvPr/>
        </p:nvSpPr>
        <p:spPr>
          <a:xfrm>
            <a:off x="2857500" y="403479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064869A-FAA2-4EAD-B3C1-A70BECE14254}"/>
              </a:ext>
            </a:extLst>
          </p:cNvPr>
          <p:cNvSpPr>
            <a:spLocks noGrp="1"/>
          </p:cNvSpPr>
          <p:nvPr/>
        </p:nvSpPr>
        <p:spPr>
          <a:xfrm>
            <a:off x="2886075" y="404622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94C4E38E-AF84-465D-A320-2A9C03176A1D}"/>
              </a:ext>
            </a:extLst>
          </p:cNvPr>
          <p:cNvSpPr>
            <a:spLocks noGrp="1"/>
          </p:cNvSpPr>
          <p:nvPr/>
        </p:nvSpPr>
        <p:spPr>
          <a:xfrm>
            <a:off x="3657600" y="403479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FECBDFE5-4A69-4852-A071-09ACC3755FE0}"/>
              </a:ext>
            </a:extLst>
          </p:cNvPr>
          <p:cNvSpPr>
            <a:spLocks noGrp="1"/>
          </p:cNvSpPr>
          <p:nvPr/>
        </p:nvSpPr>
        <p:spPr>
          <a:xfrm>
            <a:off x="3686175" y="404622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3170CB22-5C85-41F2-A965-F34A0EC6CA94}"/>
              </a:ext>
            </a:extLst>
          </p:cNvPr>
          <p:cNvSpPr>
            <a:spLocks noGrp="1"/>
          </p:cNvSpPr>
          <p:nvPr/>
        </p:nvSpPr>
        <p:spPr>
          <a:xfrm>
            <a:off x="342900" y="426910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9A269A1-FC8C-4535-9488-8A9732080788}"/>
              </a:ext>
            </a:extLst>
          </p:cNvPr>
          <p:cNvSpPr>
            <a:spLocks noGrp="1"/>
          </p:cNvSpPr>
          <p:nvPr/>
        </p:nvSpPr>
        <p:spPr>
          <a:xfrm>
            <a:off x="342900" y="4274820"/>
            <a:ext cx="6858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D5055500-7288-4CD6-88A7-08BEE680EFE0}"/>
              </a:ext>
            </a:extLst>
          </p:cNvPr>
          <p:cNvSpPr>
            <a:spLocks noGrp="1"/>
          </p:cNvSpPr>
          <p:nvPr/>
        </p:nvSpPr>
        <p:spPr>
          <a:xfrm>
            <a:off x="371475" y="428625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11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4B9F71E3-4146-416C-9C6D-B50C9BCB1D9C}"/>
              </a:ext>
            </a:extLst>
          </p:cNvPr>
          <p:cNvSpPr>
            <a:spLocks noGrp="1"/>
          </p:cNvSpPr>
          <p:nvPr/>
        </p:nvSpPr>
        <p:spPr>
          <a:xfrm>
            <a:off x="1028700" y="4274820"/>
            <a:ext cx="8572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062439B-9D92-4BF1-A233-EBFF515ACB8B}"/>
              </a:ext>
            </a:extLst>
          </p:cNvPr>
          <p:cNvSpPr>
            <a:spLocks noGrp="1"/>
          </p:cNvSpPr>
          <p:nvPr/>
        </p:nvSpPr>
        <p:spPr>
          <a:xfrm>
            <a:off x="1057275" y="428625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8月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5DF4E2E-62BE-474F-A542-DA8582B7BA60}"/>
              </a:ext>
            </a:extLst>
          </p:cNvPr>
          <p:cNvSpPr>
            <a:spLocks noGrp="1"/>
          </p:cNvSpPr>
          <p:nvPr/>
        </p:nvSpPr>
        <p:spPr>
          <a:xfrm>
            <a:off x="1885950" y="4274820"/>
            <a:ext cx="97155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2834F27C-5087-4D8A-A3EF-D1CF2F0DA049}"/>
              </a:ext>
            </a:extLst>
          </p:cNvPr>
          <p:cNvSpPr>
            <a:spLocks noGrp="1"/>
          </p:cNvSpPr>
          <p:nvPr/>
        </p:nvSpPr>
        <p:spPr>
          <a:xfrm>
            <a:off x="1914525" y="428625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F26AF6A-37A0-46FC-BD56-782A920EBC75}"/>
              </a:ext>
            </a:extLst>
          </p:cNvPr>
          <p:cNvSpPr>
            <a:spLocks noGrp="1"/>
          </p:cNvSpPr>
          <p:nvPr/>
        </p:nvSpPr>
        <p:spPr>
          <a:xfrm>
            <a:off x="2857500" y="4274820"/>
            <a:ext cx="8001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1A065D8-6C1A-49D2-A21B-4D958DD50F16}"/>
              </a:ext>
            </a:extLst>
          </p:cNvPr>
          <p:cNvSpPr>
            <a:spLocks noGrp="1"/>
          </p:cNvSpPr>
          <p:nvPr/>
        </p:nvSpPr>
        <p:spPr>
          <a:xfrm>
            <a:off x="2886075" y="428625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D830BCAE-EFCE-4877-BBB2-4B6CB0BA50BB}"/>
              </a:ext>
            </a:extLst>
          </p:cNvPr>
          <p:cNvSpPr>
            <a:spLocks noGrp="1"/>
          </p:cNvSpPr>
          <p:nvPr/>
        </p:nvSpPr>
        <p:spPr>
          <a:xfrm>
            <a:off x="3657600" y="4274820"/>
            <a:ext cx="914400" cy="24003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F54ED11B-3FC3-49CA-8612-7C9E5E23CBF8}"/>
              </a:ext>
            </a:extLst>
          </p:cNvPr>
          <p:cNvSpPr>
            <a:spLocks noGrp="1"/>
          </p:cNvSpPr>
          <p:nvPr/>
        </p:nvSpPr>
        <p:spPr>
          <a:xfrm>
            <a:off x="3686175" y="428625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2F3A006-BE29-4A56-B1FB-54C20E36BF6B}"/>
              </a:ext>
            </a:extLst>
          </p:cNvPr>
          <p:cNvSpPr>
            <a:spLocks noGrp="1"/>
          </p:cNvSpPr>
          <p:nvPr/>
        </p:nvSpPr>
        <p:spPr>
          <a:xfrm>
            <a:off x="342900" y="450913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672CECFC-26B5-404A-8A34-9DB8A5680A50}"/>
              </a:ext>
            </a:extLst>
          </p:cNvPr>
          <p:cNvSpPr>
            <a:spLocks noGrp="1"/>
          </p:cNvSpPr>
          <p:nvPr/>
        </p:nvSpPr>
        <p:spPr>
          <a:xfrm>
            <a:off x="342900" y="4514850"/>
            <a:ext cx="6858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8BE66094-E657-415A-ABC8-9883D485FC1C}"/>
              </a:ext>
            </a:extLst>
          </p:cNvPr>
          <p:cNvSpPr>
            <a:spLocks noGrp="1"/>
          </p:cNvSpPr>
          <p:nvPr/>
        </p:nvSpPr>
        <p:spPr>
          <a:xfrm>
            <a:off x="371475" y="4526280"/>
            <a:ext cx="6286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12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46CA0C26-A3D0-4341-8302-91622CC2B2E8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8572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6CB9F48-3F51-4CD5-89BA-309CB7DA7780}"/>
              </a:ext>
            </a:extLst>
          </p:cNvPr>
          <p:cNvSpPr>
            <a:spLocks noGrp="1"/>
          </p:cNvSpPr>
          <p:nvPr/>
        </p:nvSpPr>
        <p:spPr>
          <a:xfrm>
            <a:off x="1057275" y="4526280"/>
            <a:ext cx="8001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9月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0AC6423-4D7C-42A6-904B-B64551EB01C6}"/>
              </a:ext>
            </a:extLst>
          </p:cNvPr>
          <p:cNvSpPr>
            <a:spLocks noGrp="1"/>
          </p:cNvSpPr>
          <p:nvPr/>
        </p:nvSpPr>
        <p:spPr>
          <a:xfrm>
            <a:off x="1885950" y="4514850"/>
            <a:ext cx="97155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BD50E15-1D28-41E4-B7CC-7BE7C9939A07}"/>
              </a:ext>
            </a:extLst>
          </p:cNvPr>
          <p:cNvSpPr>
            <a:spLocks noGrp="1"/>
          </p:cNvSpPr>
          <p:nvPr/>
        </p:nvSpPr>
        <p:spPr>
          <a:xfrm>
            <a:off x="1914525" y="4526280"/>
            <a:ext cx="91440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6FE6E09D-C89D-4566-852C-AA1EC7A53619}"/>
              </a:ext>
            </a:extLst>
          </p:cNvPr>
          <p:cNvSpPr>
            <a:spLocks noGrp="1"/>
          </p:cNvSpPr>
          <p:nvPr/>
        </p:nvSpPr>
        <p:spPr>
          <a:xfrm>
            <a:off x="2857500" y="4514850"/>
            <a:ext cx="8001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E3D94652-0580-4146-A18C-F8C3E2042DDD}"/>
              </a:ext>
            </a:extLst>
          </p:cNvPr>
          <p:cNvSpPr>
            <a:spLocks noGrp="1"/>
          </p:cNvSpPr>
          <p:nvPr/>
        </p:nvSpPr>
        <p:spPr>
          <a:xfrm>
            <a:off x="2886075" y="4526280"/>
            <a:ext cx="7429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D5F5B15-A9B2-4412-834C-1E90C1F83BA9}"/>
              </a:ext>
            </a:extLst>
          </p:cNvPr>
          <p:cNvSpPr>
            <a:spLocks noGrp="1"/>
          </p:cNvSpPr>
          <p:nvPr/>
        </p:nvSpPr>
        <p:spPr>
          <a:xfrm>
            <a:off x="3657600" y="4514850"/>
            <a:ext cx="914400" cy="240030"/>
          </a:xfrm>
          <a:prstGeom prst="rect">
            <a:avLst/>
          </a:prstGeom>
          <a:solidFill>
            <a:srgbClr val="F7F9FB"/>
          </a:solidFill>
          <a:ln w="9525">
            <a:noFill/>
            <a:prstDash val="solid"/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B96C9584-E68D-486F-84FD-A067D9B824FF}"/>
              </a:ext>
            </a:extLst>
          </p:cNvPr>
          <p:cNvSpPr>
            <a:spLocks noGrp="1"/>
          </p:cNvSpPr>
          <p:nvPr/>
        </p:nvSpPr>
        <p:spPr>
          <a:xfrm>
            <a:off x="3686175" y="4526280"/>
            <a:ext cx="857250" cy="217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0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832B2D3C-56E1-4DD9-AA9D-B5A4D07144FE}"/>
              </a:ext>
            </a:extLst>
          </p:cNvPr>
          <p:cNvSpPr>
            <a:spLocks noGrp="1"/>
          </p:cNvSpPr>
          <p:nvPr/>
        </p:nvSpPr>
        <p:spPr>
          <a:xfrm>
            <a:off x="342900" y="4749165"/>
            <a:ext cx="4229100" cy="5715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793B408-E756-418A-B146-DDD1FB1B756D}"/>
              </a:ext>
            </a:extLst>
          </p:cNvPr>
          <p:cNvSpPr>
            <a:spLocks noGrp="1"/>
          </p:cNvSpPr>
          <p:nvPr/>
        </p:nvSpPr>
        <p:spPr>
          <a:xfrm>
            <a:off x="4943475" y="1674495"/>
            <a:ext cx="35147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70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/>
              <a:t>2月是最大缺口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AC78474E-0F64-4044-9FB4-59FBEE3B4D77}"/>
              </a:ext>
            </a:extLst>
          </p:cNvPr>
          <p:cNvSpPr>
            <a:spLocks noGrp="1"/>
          </p:cNvSpPr>
          <p:nvPr/>
        </p:nvSpPr>
        <p:spPr>
          <a:xfrm>
            <a:off x="4943475" y="2131695"/>
            <a:ext cx="36290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/>
              <a:t>历史月目标 4 天，代表年插前 0 天。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A4664DEA-D50D-4443-9150-26DF7D72E3A0}"/>
              </a:ext>
            </a:extLst>
          </p:cNvPr>
          <p:cNvSpPr>
            <a:spLocks noGrp="1"/>
          </p:cNvSpPr>
          <p:nvPr/>
        </p:nvSpPr>
        <p:spPr>
          <a:xfrm>
            <a:off x="4943475" y="25431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第一轮额度 = ⌈4÷2⌉ = 2 天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588257CB-037C-4CF4-94A0-6B2C81079DE9}"/>
              </a:ext>
            </a:extLst>
          </p:cNvPr>
          <p:cNvSpPr>
            <a:spLocks noGrp="1"/>
          </p:cNvSpPr>
          <p:nvPr/>
        </p:nvSpPr>
        <p:spPr>
          <a:xfrm>
            <a:off x="4943475" y="3028950"/>
            <a:ext cx="35433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9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70" dirty="0"/>
              <a:t>代表年</a:t>
            </a:r>
            <a:r>
              <a:rPr sz="1170" dirty="0" err="1"/>
              <a:t>全年已有</a:t>
            </a:r>
            <a:r>
              <a:rPr sz="1170" dirty="0"/>
              <a:t> 24 天 → </a:t>
            </a:r>
            <a:r>
              <a:rPr lang="zh-CN" altLang="en-US" sz="1170" dirty="0"/>
              <a:t>年目标低辐照日</a:t>
            </a:r>
            <a:r>
              <a:rPr sz="1170" dirty="0" err="1"/>
              <a:t>目标</a:t>
            </a:r>
            <a:r>
              <a:rPr sz="1170" dirty="0"/>
              <a:t> 37 天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E4AFDA50-00F3-4438-A71B-6A6A76F25592}"/>
              </a:ext>
            </a:extLst>
          </p:cNvPr>
          <p:cNvSpPr>
            <a:spLocks noGrp="1"/>
          </p:cNvSpPr>
          <p:nvPr/>
        </p:nvSpPr>
        <p:spPr>
          <a:xfrm>
            <a:off x="4943475" y="3434715"/>
            <a:ext cx="3600450" cy="531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859"/>
          </a:bodyPr>
          <a:lstStyle>
            <a:def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只替换原本不是低光日的日期；已有低光日24小时曲线保持原样。</a:t>
            </a:r>
          </a:p>
        </p:txBody>
      </p:sp>
    </p:spTree>
    <p:extLst>
      <p:ext uri="{BB962C8B-B14F-4D97-AF65-F5344CB8AC3E}">
        <p14:creationId xmlns:p14="http://schemas.microsoft.com/office/powerpoint/2010/main" val="24657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B176AFA5-8824-4932-81E8-4DC98D9ED661}"/>
              </a:ext>
            </a:extLst>
          </p:cNvPr>
          <p:cNvSpPr>
            <a:spLocks noGrp="1"/>
          </p:cNvSpPr>
          <p:nvPr/>
        </p:nvSpPr>
        <p:spPr>
          <a:xfrm>
            <a:off x="297180" y="148590"/>
            <a:ext cx="8543925" cy="417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70"/>
              <a:t>02  统计2月每个日历日期的低光频次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C68C74-3761-49F4-BA14-FBF07D0CC637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AA687CB-4D30-433F-A0EA-44DC9259CBF9}"/>
              </a:ext>
            </a:extLst>
          </p:cNvPr>
          <p:cNvSpPr>
            <a:spLocks noGrp="1"/>
          </p:cNvSpPr>
          <p:nvPr/>
        </p:nvSpPr>
        <p:spPr>
          <a:xfrm>
            <a:off x="308610" y="760095"/>
            <a:ext cx="851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/>
              <a:t>同库19年逐日统计：哪一天更常成为P10低光日，就优先考虑哪一天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621F0E-9C67-45FC-A218-365641339371}"/>
              </a:ext>
            </a:extLst>
          </p:cNvPr>
          <p:cNvSpPr>
            <a:spLocks noGrp="1"/>
          </p:cNvSpPr>
          <p:nvPr/>
        </p:nvSpPr>
        <p:spPr>
          <a:xfrm>
            <a:off x="314325" y="4846320"/>
            <a:ext cx="485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大光资源年2019 · 2月算例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91B970-446B-4887-98A6-0029A173F488}"/>
              </a:ext>
            </a:extLst>
          </p:cNvPr>
          <p:cNvSpPr>
            <a:spLocks noGrp="1"/>
          </p:cNvSpPr>
          <p:nvPr/>
        </p:nvSpPr>
        <p:spPr>
          <a:xfrm>
            <a:off x="8172450" y="4846320"/>
            <a:ext cx="64008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02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B81368-D64E-4A23-8672-FE3ADBEF60DF}"/>
              </a:ext>
            </a:extLst>
          </p:cNvPr>
          <p:cNvSpPr>
            <a:spLocks noGrp="1"/>
          </p:cNvSpPr>
          <p:nvPr/>
        </p:nvSpPr>
        <p:spPr>
          <a:xfrm>
            <a:off x="320040" y="1194435"/>
            <a:ext cx="8401050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每格为“该日成为低光日的次数 / 19年”；2月14日为0次，没有可用同日低光模板。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B5FBD7-CF60-4031-8891-31212DF6097F}"/>
              </a:ext>
            </a:extLst>
          </p:cNvPr>
          <p:cNvSpPr>
            <a:spLocks noGrp="1"/>
          </p:cNvSpPr>
          <p:nvPr/>
        </p:nvSpPr>
        <p:spPr>
          <a:xfrm>
            <a:off x="34861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CDABBE-C148-4EDF-87D3-42B86072750C}"/>
              </a:ext>
            </a:extLst>
          </p:cNvPr>
          <p:cNvSpPr>
            <a:spLocks noGrp="1"/>
          </p:cNvSpPr>
          <p:nvPr/>
        </p:nvSpPr>
        <p:spPr>
          <a:xfrm>
            <a:off x="417195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3A8262-9547-40D6-B51A-2CA4679713C2}"/>
              </a:ext>
            </a:extLst>
          </p:cNvPr>
          <p:cNvSpPr>
            <a:spLocks noGrp="1"/>
          </p:cNvSpPr>
          <p:nvPr/>
        </p:nvSpPr>
        <p:spPr>
          <a:xfrm>
            <a:off x="417195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AF123F-EA4D-4551-B0F8-AC7DBA38B88C}"/>
              </a:ext>
            </a:extLst>
          </p:cNvPr>
          <p:cNvSpPr>
            <a:spLocks noGrp="1"/>
          </p:cNvSpPr>
          <p:nvPr/>
        </p:nvSpPr>
        <p:spPr>
          <a:xfrm>
            <a:off x="1565910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4285D4-A1C5-4293-8857-1D70014CC751}"/>
              </a:ext>
            </a:extLst>
          </p:cNvPr>
          <p:cNvSpPr>
            <a:spLocks noGrp="1"/>
          </p:cNvSpPr>
          <p:nvPr/>
        </p:nvSpPr>
        <p:spPr>
          <a:xfrm>
            <a:off x="1634490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A52DE1-8770-4595-AAB5-2751052F7F1E}"/>
              </a:ext>
            </a:extLst>
          </p:cNvPr>
          <p:cNvSpPr>
            <a:spLocks noGrp="1"/>
          </p:cNvSpPr>
          <p:nvPr/>
        </p:nvSpPr>
        <p:spPr>
          <a:xfrm>
            <a:off x="1634490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A2CA4C-C9B0-4C32-A8E7-A56FA547BFCE}"/>
              </a:ext>
            </a:extLst>
          </p:cNvPr>
          <p:cNvSpPr>
            <a:spLocks noGrp="1"/>
          </p:cNvSpPr>
          <p:nvPr/>
        </p:nvSpPr>
        <p:spPr>
          <a:xfrm>
            <a:off x="278320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EDC771-2B64-4DBB-A6AE-32CD578B0A9B}"/>
              </a:ext>
            </a:extLst>
          </p:cNvPr>
          <p:cNvSpPr>
            <a:spLocks noGrp="1"/>
          </p:cNvSpPr>
          <p:nvPr/>
        </p:nvSpPr>
        <p:spPr>
          <a:xfrm>
            <a:off x="2851785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2月3日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7868CF-E129-42A4-A08A-C1272A2A29B1}"/>
              </a:ext>
            </a:extLst>
          </p:cNvPr>
          <p:cNvSpPr>
            <a:spLocks noGrp="1"/>
          </p:cNvSpPr>
          <p:nvPr/>
        </p:nvSpPr>
        <p:spPr>
          <a:xfrm>
            <a:off x="2851785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D85E3A-B499-426B-AA18-10AF1BB7A9CD}"/>
              </a:ext>
            </a:extLst>
          </p:cNvPr>
          <p:cNvSpPr>
            <a:spLocks noGrp="1"/>
          </p:cNvSpPr>
          <p:nvPr/>
        </p:nvSpPr>
        <p:spPr>
          <a:xfrm>
            <a:off x="4000500" y="16173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57E3EB-513F-46FE-8038-B764589E9D2A}"/>
              </a:ext>
            </a:extLst>
          </p:cNvPr>
          <p:cNvSpPr>
            <a:spLocks noGrp="1"/>
          </p:cNvSpPr>
          <p:nvPr/>
        </p:nvSpPr>
        <p:spPr>
          <a:xfrm>
            <a:off x="4069080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2月4日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1247D1B-B2D4-463D-BA3D-50BF08D11DD3}"/>
              </a:ext>
            </a:extLst>
          </p:cNvPr>
          <p:cNvSpPr>
            <a:spLocks noGrp="1"/>
          </p:cNvSpPr>
          <p:nvPr/>
        </p:nvSpPr>
        <p:spPr>
          <a:xfrm>
            <a:off x="4069080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dirty="0"/>
              <a:t>5 / 19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3D4198-B69A-4A02-9417-26E0281D48C8}"/>
              </a:ext>
            </a:extLst>
          </p:cNvPr>
          <p:cNvSpPr>
            <a:spLocks noGrp="1"/>
          </p:cNvSpPr>
          <p:nvPr/>
        </p:nvSpPr>
        <p:spPr>
          <a:xfrm>
            <a:off x="4629150" y="1685925"/>
            <a:ext cx="491490" cy="148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/>
              <a:t>第1轮插入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A437C3-9434-4E1C-BC29-B9BCEE28BC60}"/>
              </a:ext>
            </a:extLst>
          </p:cNvPr>
          <p:cNvSpPr>
            <a:spLocks noGrp="1"/>
          </p:cNvSpPr>
          <p:nvPr/>
        </p:nvSpPr>
        <p:spPr>
          <a:xfrm>
            <a:off x="521779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0A7F63-B822-4632-9C0C-E8EF0D3366B0}"/>
              </a:ext>
            </a:extLst>
          </p:cNvPr>
          <p:cNvSpPr>
            <a:spLocks noGrp="1"/>
          </p:cNvSpPr>
          <p:nvPr/>
        </p:nvSpPr>
        <p:spPr>
          <a:xfrm>
            <a:off x="5286375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2月5日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9E50F1-9DB9-4658-A1FD-842C6B39F0FC}"/>
              </a:ext>
            </a:extLst>
          </p:cNvPr>
          <p:cNvSpPr>
            <a:spLocks noGrp="1"/>
          </p:cNvSpPr>
          <p:nvPr/>
        </p:nvSpPr>
        <p:spPr>
          <a:xfrm>
            <a:off x="5286375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3E0BA7-5DE4-41C7-B7D3-1F44A90AF221}"/>
              </a:ext>
            </a:extLst>
          </p:cNvPr>
          <p:cNvSpPr>
            <a:spLocks noGrp="1"/>
          </p:cNvSpPr>
          <p:nvPr/>
        </p:nvSpPr>
        <p:spPr>
          <a:xfrm>
            <a:off x="6435090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6A4C3A-CBC4-4C55-85F1-BCFE778EA213}"/>
              </a:ext>
            </a:extLst>
          </p:cNvPr>
          <p:cNvSpPr>
            <a:spLocks noGrp="1"/>
          </p:cNvSpPr>
          <p:nvPr/>
        </p:nvSpPr>
        <p:spPr>
          <a:xfrm>
            <a:off x="6503670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2月6日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0615DC-3638-4A82-AA1F-D5BEEA386C21}"/>
              </a:ext>
            </a:extLst>
          </p:cNvPr>
          <p:cNvSpPr>
            <a:spLocks noGrp="1"/>
          </p:cNvSpPr>
          <p:nvPr/>
        </p:nvSpPr>
        <p:spPr>
          <a:xfrm>
            <a:off x="6503670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10660A-E51A-46F4-B878-302282FC047F}"/>
              </a:ext>
            </a:extLst>
          </p:cNvPr>
          <p:cNvSpPr>
            <a:spLocks noGrp="1"/>
          </p:cNvSpPr>
          <p:nvPr/>
        </p:nvSpPr>
        <p:spPr>
          <a:xfrm>
            <a:off x="765238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1B6E55-AB17-437A-895B-704D50F8905E}"/>
              </a:ext>
            </a:extLst>
          </p:cNvPr>
          <p:cNvSpPr>
            <a:spLocks noGrp="1"/>
          </p:cNvSpPr>
          <p:nvPr/>
        </p:nvSpPr>
        <p:spPr>
          <a:xfrm>
            <a:off x="7720965" y="16802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2月7日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EEC215-D91F-409A-8B7D-DB0BAE3BE60E}"/>
              </a:ext>
            </a:extLst>
          </p:cNvPr>
          <p:cNvSpPr>
            <a:spLocks noGrp="1"/>
          </p:cNvSpPr>
          <p:nvPr/>
        </p:nvSpPr>
        <p:spPr>
          <a:xfrm>
            <a:off x="7720965" y="18973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4 / 19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F3055F-41BA-4C22-9026-19D1511175EC}"/>
              </a:ext>
            </a:extLst>
          </p:cNvPr>
          <p:cNvSpPr>
            <a:spLocks noGrp="1"/>
          </p:cNvSpPr>
          <p:nvPr/>
        </p:nvSpPr>
        <p:spPr>
          <a:xfrm>
            <a:off x="348615" y="23031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7CF27C-2A18-45A0-8737-9BB6CE485AC2}"/>
              </a:ext>
            </a:extLst>
          </p:cNvPr>
          <p:cNvSpPr>
            <a:spLocks noGrp="1"/>
          </p:cNvSpPr>
          <p:nvPr/>
        </p:nvSpPr>
        <p:spPr>
          <a:xfrm>
            <a:off x="417195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2月8日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1E5EE27-A3A2-42D2-BD21-143AFD4773F2}"/>
              </a:ext>
            </a:extLst>
          </p:cNvPr>
          <p:cNvSpPr>
            <a:spLocks noGrp="1"/>
          </p:cNvSpPr>
          <p:nvPr/>
        </p:nvSpPr>
        <p:spPr>
          <a:xfrm>
            <a:off x="417195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dirty="0"/>
              <a:t>7 / 19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0D2B8ED-73AC-43FD-A640-E8CED5AA72D5}"/>
              </a:ext>
            </a:extLst>
          </p:cNvPr>
          <p:cNvSpPr>
            <a:spLocks noGrp="1"/>
          </p:cNvSpPr>
          <p:nvPr/>
        </p:nvSpPr>
        <p:spPr>
          <a:xfrm>
            <a:off x="977265" y="2371725"/>
            <a:ext cx="491490" cy="148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/>
              <a:t>第1轮插入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A55FF5-FE06-47AE-8E3C-868E5EF2B428}"/>
              </a:ext>
            </a:extLst>
          </p:cNvPr>
          <p:cNvSpPr>
            <a:spLocks noGrp="1"/>
          </p:cNvSpPr>
          <p:nvPr/>
        </p:nvSpPr>
        <p:spPr>
          <a:xfrm>
            <a:off x="156591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43BEA37-A135-4472-BF25-E81F016CD7F3}"/>
              </a:ext>
            </a:extLst>
          </p:cNvPr>
          <p:cNvSpPr>
            <a:spLocks noGrp="1"/>
          </p:cNvSpPr>
          <p:nvPr/>
        </p:nvSpPr>
        <p:spPr>
          <a:xfrm>
            <a:off x="1634490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2月9日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57B003-526D-45D9-BE6C-467498A699AB}"/>
              </a:ext>
            </a:extLst>
          </p:cNvPr>
          <p:cNvSpPr>
            <a:spLocks noGrp="1"/>
          </p:cNvSpPr>
          <p:nvPr/>
        </p:nvSpPr>
        <p:spPr>
          <a:xfrm>
            <a:off x="1634490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4 / 19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AC9294-BF22-4500-BE6A-9992F498DDEC}"/>
              </a:ext>
            </a:extLst>
          </p:cNvPr>
          <p:cNvSpPr>
            <a:spLocks noGrp="1"/>
          </p:cNvSpPr>
          <p:nvPr/>
        </p:nvSpPr>
        <p:spPr>
          <a:xfrm>
            <a:off x="2783205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A6EA54E-2FCD-4944-9F1B-E5035272BA10}"/>
              </a:ext>
            </a:extLst>
          </p:cNvPr>
          <p:cNvSpPr>
            <a:spLocks noGrp="1"/>
          </p:cNvSpPr>
          <p:nvPr/>
        </p:nvSpPr>
        <p:spPr>
          <a:xfrm>
            <a:off x="2851785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2月10日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AE8638-8CF5-46D2-8209-9DBE887ACBBE}"/>
              </a:ext>
            </a:extLst>
          </p:cNvPr>
          <p:cNvSpPr>
            <a:spLocks noGrp="1"/>
          </p:cNvSpPr>
          <p:nvPr/>
        </p:nvSpPr>
        <p:spPr>
          <a:xfrm>
            <a:off x="2851785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6EC2EE0-2E29-41F4-9366-91F88B6087B9}"/>
              </a:ext>
            </a:extLst>
          </p:cNvPr>
          <p:cNvSpPr>
            <a:spLocks noGrp="1"/>
          </p:cNvSpPr>
          <p:nvPr/>
        </p:nvSpPr>
        <p:spPr>
          <a:xfrm>
            <a:off x="400050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0393508-6100-4EDA-BA93-607B892CEBAF}"/>
              </a:ext>
            </a:extLst>
          </p:cNvPr>
          <p:cNvSpPr>
            <a:spLocks noGrp="1"/>
          </p:cNvSpPr>
          <p:nvPr/>
        </p:nvSpPr>
        <p:spPr>
          <a:xfrm>
            <a:off x="4069080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2月11日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5800F9C-DED2-4AFD-BCB0-862F706C4B74}"/>
              </a:ext>
            </a:extLst>
          </p:cNvPr>
          <p:cNvSpPr>
            <a:spLocks noGrp="1"/>
          </p:cNvSpPr>
          <p:nvPr/>
        </p:nvSpPr>
        <p:spPr>
          <a:xfrm>
            <a:off x="4069080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6987975-7DBF-41E3-8079-BC20B2357854}"/>
              </a:ext>
            </a:extLst>
          </p:cNvPr>
          <p:cNvSpPr>
            <a:spLocks noGrp="1"/>
          </p:cNvSpPr>
          <p:nvPr/>
        </p:nvSpPr>
        <p:spPr>
          <a:xfrm>
            <a:off x="5217795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0FEB677-0FBE-4B75-A308-1C0477975E1D}"/>
              </a:ext>
            </a:extLst>
          </p:cNvPr>
          <p:cNvSpPr>
            <a:spLocks noGrp="1"/>
          </p:cNvSpPr>
          <p:nvPr/>
        </p:nvSpPr>
        <p:spPr>
          <a:xfrm>
            <a:off x="5286375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2月12日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B038F41-E93E-4220-BF85-8EF339DB380B}"/>
              </a:ext>
            </a:extLst>
          </p:cNvPr>
          <p:cNvSpPr>
            <a:spLocks noGrp="1"/>
          </p:cNvSpPr>
          <p:nvPr/>
        </p:nvSpPr>
        <p:spPr>
          <a:xfrm>
            <a:off x="5286375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C711793-C502-4E2A-9686-4A9682591D08}"/>
              </a:ext>
            </a:extLst>
          </p:cNvPr>
          <p:cNvSpPr>
            <a:spLocks noGrp="1"/>
          </p:cNvSpPr>
          <p:nvPr/>
        </p:nvSpPr>
        <p:spPr>
          <a:xfrm>
            <a:off x="643509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7E2296B-A9DC-46BE-A026-DC01942E8ACF}"/>
              </a:ext>
            </a:extLst>
          </p:cNvPr>
          <p:cNvSpPr>
            <a:spLocks noGrp="1"/>
          </p:cNvSpPr>
          <p:nvPr/>
        </p:nvSpPr>
        <p:spPr>
          <a:xfrm>
            <a:off x="6503670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2月13日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3392276-0894-4F2F-BADA-1D3F57D9A3B8}"/>
              </a:ext>
            </a:extLst>
          </p:cNvPr>
          <p:cNvSpPr>
            <a:spLocks noGrp="1"/>
          </p:cNvSpPr>
          <p:nvPr/>
        </p:nvSpPr>
        <p:spPr>
          <a:xfrm>
            <a:off x="6503670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E0603C9-9D0F-4DF4-B7A3-651314DDD138}"/>
              </a:ext>
            </a:extLst>
          </p:cNvPr>
          <p:cNvSpPr>
            <a:spLocks noGrp="1"/>
          </p:cNvSpPr>
          <p:nvPr/>
        </p:nvSpPr>
        <p:spPr>
          <a:xfrm>
            <a:off x="7652385" y="2303145"/>
            <a:ext cx="1171575" cy="628650"/>
          </a:xfrm>
          <a:prstGeom prst="rect">
            <a:avLst/>
          </a:prstGeom>
          <a:solidFill>
            <a:srgbClr val="F3F4F5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181327A-81E4-42DA-8E55-F4D46141575E}"/>
              </a:ext>
            </a:extLst>
          </p:cNvPr>
          <p:cNvSpPr>
            <a:spLocks noGrp="1"/>
          </p:cNvSpPr>
          <p:nvPr/>
        </p:nvSpPr>
        <p:spPr>
          <a:xfrm>
            <a:off x="7720965" y="23660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2月14日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AFF54C2-CC7E-447A-8D7A-6715368664B9}"/>
              </a:ext>
            </a:extLst>
          </p:cNvPr>
          <p:cNvSpPr>
            <a:spLocks noGrp="1"/>
          </p:cNvSpPr>
          <p:nvPr/>
        </p:nvSpPr>
        <p:spPr>
          <a:xfrm>
            <a:off x="7720965" y="25831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0 / 19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CEC2AA7-8708-45EC-9B46-669B02191E8D}"/>
              </a:ext>
            </a:extLst>
          </p:cNvPr>
          <p:cNvSpPr>
            <a:spLocks noGrp="1"/>
          </p:cNvSpPr>
          <p:nvPr/>
        </p:nvSpPr>
        <p:spPr>
          <a:xfrm>
            <a:off x="34861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1054B88-0874-4E08-B376-82ACBAEFC1ED}"/>
              </a:ext>
            </a:extLst>
          </p:cNvPr>
          <p:cNvSpPr>
            <a:spLocks noGrp="1"/>
          </p:cNvSpPr>
          <p:nvPr/>
        </p:nvSpPr>
        <p:spPr>
          <a:xfrm>
            <a:off x="417195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2月15日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231C001-49EB-4914-973D-BFF5C69B00A9}"/>
              </a:ext>
            </a:extLst>
          </p:cNvPr>
          <p:cNvSpPr>
            <a:spLocks noGrp="1"/>
          </p:cNvSpPr>
          <p:nvPr/>
        </p:nvSpPr>
        <p:spPr>
          <a:xfrm>
            <a:off x="417195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7D91D6B-3472-43A0-B65A-6344B344542E}"/>
              </a:ext>
            </a:extLst>
          </p:cNvPr>
          <p:cNvSpPr>
            <a:spLocks noGrp="1"/>
          </p:cNvSpPr>
          <p:nvPr/>
        </p:nvSpPr>
        <p:spPr>
          <a:xfrm>
            <a:off x="1565910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03602C5-DAB2-4083-A160-2D58FFD1FC95}"/>
              </a:ext>
            </a:extLst>
          </p:cNvPr>
          <p:cNvSpPr>
            <a:spLocks noGrp="1"/>
          </p:cNvSpPr>
          <p:nvPr/>
        </p:nvSpPr>
        <p:spPr>
          <a:xfrm>
            <a:off x="1634490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2月16日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334F87-E318-4A18-A467-75FCF2E72799}"/>
              </a:ext>
            </a:extLst>
          </p:cNvPr>
          <p:cNvSpPr>
            <a:spLocks noGrp="1"/>
          </p:cNvSpPr>
          <p:nvPr/>
        </p:nvSpPr>
        <p:spPr>
          <a:xfrm>
            <a:off x="1634490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FA53850-1E00-4454-93AF-6DB935D238EE}"/>
              </a:ext>
            </a:extLst>
          </p:cNvPr>
          <p:cNvSpPr>
            <a:spLocks noGrp="1"/>
          </p:cNvSpPr>
          <p:nvPr/>
        </p:nvSpPr>
        <p:spPr>
          <a:xfrm>
            <a:off x="278320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AF6E5A0-F602-4183-B6B1-63E7C14774EE}"/>
              </a:ext>
            </a:extLst>
          </p:cNvPr>
          <p:cNvSpPr>
            <a:spLocks noGrp="1"/>
          </p:cNvSpPr>
          <p:nvPr/>
        </p:nvSpPr>
        <p:spPr>
          <a:xfrm>
            <a:off x="2851785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2月17日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508739B-5EB6-49DA-ACD1-531AC2ACCE4F}"/>
              </a:ext>
            </a:extLst>
          </p:cNvPr>
          <p:cNvSpPr>
            <a:spLocks noGrp="1"/>
          </p:cNvSpPr>
          <p:nvPr/>
        </p:nvSpPr>
        <p:spPr>
          <a:xfrm>
            <a:off x="2851785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4 / 19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EDDF9CF-37AC-4D45-9FF1-0D8E960C4A43}"/>
              </a:ext>
            </a:extLst>
          </p:cNvPr>
          <p:cNvSpPr>
            <a:spLocks noGrp="1"/>
          </p:cNvSpPr>
          <p:nvPr/>
        </p:nvSpPr>
        <p:spPr>
          <a:xfrm>
            <a:off x="4000500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4B3721F-4E94-4082-9E45-370328947B01}"/>
              </a:ext>
            </a:extLst>
          </p:cNvPr>
          <p:cNvSpPr>
            <a:spLocks noGrp="1"/>
          </p:cNvSpPr>
          <p:nvPr/>
        </p:nvSpPr>
        <p:spPr>
          <a:xfrm>
            <a:off x="4069080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2月18日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9184A7F-532C-4779-B8D6-449A68C554FA}"/>
              </a:ext>
            </a:extLst>
          </p:cNvPr>
          <p:cNvSpPr>
            <a:spLocks noGrp="1"/>
          </p:cNvSpPr>
          <p:nvPr/>
        </p:nvSpPr>
        <p:spPr>
          <a:xfrm>
            <a:off x="4069080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B2EBB87-1293-4DB3-AA3B-EBF3A71AAC6F}"/>
              </a:ext>
            </a:extLst>
          </p:cNvPr>
          <p:cNvSpPr>
            <a:spLocks noGrp="1"/>
          </p:cNvSpPr>
          <p:nvPr/>
        </p:nvSpPr>
        <p:spPr>
          <a:xfrm>
            <a:off x="521779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174241A-EC3C-4F89-85F6-B18716FD5AD6}"/>
              </a:ext>
            </a:extLst>
          </p:cNvPr>
          <p:cNvSpPr>
            <a:spLocks noGrp="1"/>
          </p:cNvSpPr>
          <p:nvPr/>
        </p:nvSpPr>
        <p:spPr>
          <a:xfrm>
            <a:off x="5286375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2月19日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348A385-1F09-4E86-8A52-23DCC5E20453}"/>
              </a:ext>
            </a:extLst>
          </p:cNvPr>
          <p:cNvSpPr>
            <a:spLocks noGrp="1"/>
          </p:cNvSpPr>
          <p:nvPr/>
        </p:nvSpPr>
        <p:spPr>
          <a:xfrm>
            <a:off x="5286375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63030AF-8911-471D-B2FC-15DB7761E7C7}"/>
              </a:ext>
            </a:extLst>
          </p:cNvPr>
          <p:cNvSpPr>
            <a:spLocks noGrp="1"/>
          </p:cNvSpPr>
          <p:nvPr/>
        </p:nvSpPr>
        <p:spPr>
          <a:xfrm>
            <a:off x="6435090" y="29889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F0078B8-268E-4752-B577-B85114EBDDAB}"/>
              </a:ext>
            </a:extLst>
          </p:cNvPr>
          <p:cNvSpPr>
            <a:spLocks noGrp="1"/>
          </p:cNvSpPr>
          <p:nvPr/>
        </p:nvSpPr>
        <p:spPr>
          <a:xfrm>
            <a:off x="6503670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2月20日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3BDCFE0-6758-4143-9CEA-39950593A967}"/>
              </a:ext>
            </a:extLst>
          </p:cNvPr>
          <p:cNvSpPr>
            <a:spLocks noGrp="1"/>
          </p:cNvSpPr>
          <p:nvPr/>
        </p:nvSpPr>
        <p:spPr>
          <a:xfrm>
            <a:off x="6503670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 dirty="0"/>
              <a:t>5 / 19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56AB07E-14F3-430B-A9E5-E5D7778EA971}"/>
              </a:ext>
            </a:extLst>
          </p:cNvPr>
          <p:cNvSpPr>
            <a:spLocks noGrp="1"/>
          </p:cNvSpPr>
          <p:nvPr/>
        </p:nvSpPr>
        <p:spPr>
          <a:xfrm>
            <a:off x="7063740" y="3057525"/>
            <a:ext cx="491490" cy="148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0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"/>
              <a:t>第2轮插入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630ACC6-3F99-48C6-AAB0-08CF943E20DA}"/>
              </a:ext>
            </a:extLst>
          </p:cNvPr>
          <p:cNvSpPr>
            <a:spLocks noGrp="1"/>
          </p:cNvSpPr>
          <p:nvPr/>
        </p:nvSpPr>
        <p:spPr>
          <a:xfrm>
            <a:off x="765238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01331A6-3AE9-4641-94B9-10E44FD6A9FD}"/>
              </a:ext>
            </a:extLst>
          </p:cNvPr>
          <p:cNvSpPr>
            <a:spLocks noGrp="1"/>
          </p:cNvSpPr>
          <p:nvPr/>
        </p:nvSpPr>
        <p:spPr>
          <a:xfrm>
            <a:off x="7720965" y="30518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2月21日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A753CA-91D8-4F2D-9A34-6306F67EACBF}"/>
              </a:ext>
            </a:extLst>
          </p:cNvPr>
          <p:cNvSpPr>
            <a:spLocks noGrp="1"/>
          </p:cNvSpPr>
          <p:nvPr/>
        </p:nvSpPr>
        <p:spPr>
          <a:xfrm>
            <a:off x="7720965" y="32689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B2F8D17-366D-4839-A6FB-566230316D1A}"/>
              </a:ext>
            </a:extLst>
          </p:cNvPr>
          <p:cNvSpPr>
            <a:spLocks noGrp="1"/>
          </p:cNvSpPr>
          <p:nvPr/>
        </p:nvSpPr>
        <p:spPr>
          <a:xfrm>
            <a:off x="34861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292EAF2-B9D0-4EF1-9040-35087822A018}"/>
              </a:ext>
            </a:extLst>
          </p:cNvPr>
          <p:cNvSpPr>
            <a:spLocks noGrp="1"/>
          </p:cNvSpPr>
          <p:nvPr/>
        </p:nvSpPr>
        <p:spPr>
          <a:xfrm>
            <a:off x="417195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2月22日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B29D071-5672-4583-B194-C972C14B8E2D}"/>
              </a:ext>
            </a:extLst>
          </p:cNvPr>
          <p:cNvSpPr>
            <a:spLocks noGrp="1"/>
          </p:cNvSpPr>
          <p:nvPr/>
        </p:nvSpPr>
        <p:spPr>
          <a:xfrm>
            <a:off x="417195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3 / 19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B17FA17-54A1-4DB3-B89B-418B236A2F1A}"/>
              </a:ext>
            </a:extLst>
          </p:cNvPr>
          <p:cNvSpPr>
            <a:spLocks noGrp="1"/>
          </p:cNvSpPr>
          <p:nvPr/>
        </p:nvSpPr>
        <p:spPr>
          <a:xfrm>
            <a:off x="156591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8EB88B1-5AA0-455C-BB59-825A10DCF0CD}"/>
              </a:ext>
            </a:extLst>
          </p:cNvPr>
          <p:cNvSpPr>
            <a:spLocks noGrp="1"/>
          </p:cNvSpPr>
          <p:nvPr/>
        </p:nvSpPr>
        <p:spPr>
          <a:xfrm>
            <a:off x="1634490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2月23日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3743077-C15D-4E59-84EB-2AD079420375}"/>
              </a:ext>
            </a:extLst>
          </p:cNvPr>
          <p:cNvSpPr>
            <a:spLocks noGrp="1"/>
          </p:cNvSpPr>
          <p:nvPr/>
        </p:nvSpPr>
        <p:spPr>
          <a:xfrm>
            <a:off x="1634490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96FA683-A7EF-4EFA-BE0B-93A4E156A2ED}"/>
              </a:ext>
            </a:extLst>
          </p:cNvPr>
          <p:cNvSpPr>
            <a:spLocks noGrp="1"/>
          </p:cNvSpPr>
          <p:nvPr/>
        </p:nvSpPr>
        <p:spPr>
          <a:xfrm>
            <a:off x="278320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AE1E6F2-83A2-40C7-8EA6-AD3286CD51AB}"/>
              </a:ext>
            </a:extLst>
          </p:cNvPr>
          <p:cNvSpPr>
            <a:spLocks noGrp="1"/>
          </p:cNvSpPr>
          <p:nvPr/>
        </p:nvSpPr>
        <p:spPr>
          <a:xfrm>
            <a:off x="2851785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2月24日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FA5B911-4492-4A19-90E4-1EDAFBF0B174}"/>
              </a:ext>
            </a:extLst>
          </p:cNvPr>
          <p:cNvSpPr>
            <a:spLocks noGrp="1"/>
          </p:cNvSpPr>
          <p:nvPr/>
        </p:nvSpPr>
        <p:spPr>
          <a:xfrm>
            <a:off x="2851785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D249B7FD-C1DB-427E-AF18-774EBC56B3FC}"/>
              </a:ext>
            </a:extLst>
          </p:cNvPr>
          <p:cNvSpPr>
            <a:spLocks noGrp="1"/>
          </p:cNvSpPr>
          <p:nvPr/>
        </p:nvSpPr>
        <p:spPr>
          <a:xfrm>
            <a:off x="400050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CEAA1509-47AD-4949-80A5-47278F276486}"/>
              </a:ext>
            </a:extLst>
          </p:cNvPr>
          <p:cNvSpPr>
            <a:spLocks noGrp="1"/>
          </p:cNvSpPr>
          <p:nvPr/>
        </p:nvSpPr>
        <p:spPr>
          <a:xfrm>
            <a:off x="4069080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2月25日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8BB3F7C-AA08-4208-A586-4684472C9572}"/>
              </a:ext>
            </a:extLst>
          </p:cNvPr>
          <p:cNvSpPr>
            <a:spLocks noGrp="1"/>
          </p:cNvSpPr>
          <p:nvPr/>
        </p:nvSpPr>
        <p:spPr>
          <a:xfrm>
            <a:off x="4069080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1 / 19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56B91B2-DF0F-4F8B-980C-3811AC8AB3F8}"/>
              </a:ext>
            </a:extLst>
          </p:cNvPr>
          <p:cNvSpPr>
            <a:spLocks noGrp="1"/>
          </p:cNvSpPr>
          <p:nvPr/>
        </p:nvSpPr>
        <p:spPr>
          <a:xfrm>
            <a:off x="521779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19C1131-EBC8-458C-A837-836E829E17E0}"/>
              </a:ext>
            </a:extLst>
          </p:cNvPr>
          <p:cNvSpPr>
            <a:spLocks noGrp="1"/>
          </p:cNvSpPr>
          <p:nvPr/>
        </p:nvSpPr>
        <p:spPr>
          <a:xfrm>
            <a:off x="5286375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2月26日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FA7B120-155A-480D-8824-BC1D19C0CBBF}"/>
              </a:ext>
            </a:extLst>
          </p:cNvPr>
          <p:cNvSpPr>
            <a:spLocks noGrp="1"/>
          </p:cNvSpPr>
          <p:nvPr/>
        </p:nvSpPr>
        <p:spPr>
          <a:xfrm>
            <a:off x="5286375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D775F36-F2E4-47EE-8AE3-30EC57A57EC0}"/>
              </a:ext>
            </a:extLst>
          </p:cNvPr>
          <p:cNvSpPr>
            <a:spLocks noGrp="1"/>
          </p:cNvSpPr>
          <p:nvPr/>
        </p:nvSpPr>
        <p:spPr>
          <a:xfrm>
            <a:off x="643509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7AA6E20A-AB19-4840-88AD-7C9A79C28058}"/>
              </a:ext>
            </a:extLst>
          </p:cNvPr>
          <p:cNvSpPr>
            <a:spLocks noGrp="1"/>
          </p:cNvSpPr>
          <p:nvPr/>
        </p:nvSpPr>
        <p:spPr>
          <a:xfrm>
            <a:off x="6503670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2月27日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B10FE99-285F-4F20-9DCF-CFA975963111}"/>
              </a:ext>
            </a:extLst>
          </p:cNvPr>
          <p:cNvSpPr>
            <a:spLocks noGrp="1"/>
          </p:cNvSpPr>
          <p:nvPr/>
        </p:nvSpPr>
        <p:spPr>
          <a:xfrm>
            <a:off x="6503670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2 / 19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E7DA9EA7-BA3B-46E9-8AAE-321ACA839F55}"/>
              </a:ext>
            </a:extLst>
          </p:cNvPr>
          <p:cNvSpPr>
            <a:spLocks noGrp="1"/>
          </p:cNvSpPr>
          <p:nvPr/>
        </p:nvSpPr>
        <p:spPr>
          <a:xfrm>
            <a:off x="765238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B37BC66-3D51-4C30-A5FB-5A8C0743969B}"/>
              </a:ext>
            </a:extLst>
          </p:cNvPr>
          <p:cNvSpPr>
            <a:spLocks noGrp="1"/>
          </p:cNvSpPr>
          <p:nvPr/>
        </p:nvSpPr>
        <p:spPr>
          <a:xfrm>
            <a:off x="7720965" y="3737610"/>
            <a:ext cx="1034415" cy="177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/>
              <a:t>2月28日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8D3C827-9390-424E-B247-78418B6E8D18}"/>
              </a:ext>
            </a:extLst>
          </p:cNvPr>
          <p:cNvSpPr>
            <a:spLocks noGrp="1"/>
          </p:cNvSpPr>
          <p:nvPr/>
        </p:nvSpPr>
        <p:spPr>
          <a:xfrm>
            <a:off x="7720965" y="3954780"/>
            <a:ext cx="1034415" cy="2057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175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5"/>
              <a:t>4 / 19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8716304-074A-48F3-85D9-DC826161E46D}"/>
              </a:ext>
            </a:extLst>
          </p:cNvPr>
          <p:cNvSpPr>
            <a:spLocks noGrp="1"/>
          </p:cNvSpPr>
          <p:nvPr/>
        </p:nvSpPr>
        <p:spPr>
          <a:xfrm>
            <a:off x="354330" y="4417695"/>
            <a:ext cx="8401050" cy="234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0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/>
              <a:t>频次排序：2月8日 7次  →  2月4日、20日各5次（同频先选日期靠前者）</a:t>
            </a:r>
          </a:p>
        </p:txBody>
      </p:sp>
    </p:spTree>
    <p:extLst>
      <p:ext uri="{BB962C8B-B14F-4D97-AF65-F5344CB8AC3E}">
        <p14:creationId xmlns:p14="http://schemas.microsoft.com/office/powerpoint/2010/main" val="908153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>
            <a:extLst>
              <a:ext uri="{FF2B5EF4-FFF2-40B4-BE49-F238E27FC236}">
                <a16:creationId xmlns:a16="http://schemas.microsoft.com/office/drawing/2014/main" id="{5AC7469C-1E72-41A7-AD5A-2505E017CEF3}"/>
              </a:ext>
            </a:extLst>
          </p:cNvPr>
          <p:cNvSpPr>
            <a:spLocks noGrp="1"/>
          </p:cNvSpPr>
          <p:nvPr/>
        </p:nvSpPr>
        <p:spPr>
          <a:xfrm>
            <a:off x="297180" y="148590"/>
            <a:ext cx="8543925" cy="417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70"/>
              <a:t>03  从同日历史曲线中取24小时中位模板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8D497F-57C4-4569-A717-71B88ED7842E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97739A-38FB-4167-8D5B-AD56792DDFC0}"/>
              </a:ext>
            </a:extLst>
          </p:cNvPr>
          <p:cNvSpPr>
            <a:spLocks noGrp="1"/>
          </p:cNvSpPr>
          <p:nvPr/>
        </p:nvSpPr>
        <p:spPr>
          <a:xfrm>
            <a:off x="308610" y="760095"/>
            <a:ext cx="851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dirty="0"/>
              <a:t>以2月8日为例：7条低光候选按全天总辐照排序，取第4条完整曲线</a:t>
            </a:r>
            <a:r>
              <a:rPr lang="zh-CN" altLang="en-US" sz="1350" dirty="0"/>
              <a:t>（中位数）</a:t>
            </a:r>
            <a:endParaRPr sz="135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7B635-F20F-46F4-B025-86E26AC00503}"/>
              </a:ext>
            </a:extLst>
          </p:cNvPr>
          <p:cNvSpPr>
            <a:spLocks noGrp="1"/>
          </p:cNvSpPr>
          <p:nvPr/>
        </p:nvSpPr>
        <p:spPr>
          <a:xfrm>
            <a:off x="314325" y="4846320"/>
            <a:ext cx="485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大光资源年2019 · 2月算例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40D4EB-9BD9-474C-B997-1883CD038C14}"/>
              </a:ext>
            </a:extLst>
          </p:cNvPr>
          <p:cNvSpPr>
            <a:spLocks noGrp="1"/>
          </p:cNvSpPr>
          <p:nvPr/>
        </p:nvSpPr>
        <p:spPr>
          <a:xfrm>
            <a:off x="8172450" y="4846320"/>
            <a:ext cx="64008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03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FBDDD4-3C40-4CE1-8164-149BD88728E4}"/>
              </a:ext>
            </a:extLst>
          </p:cNvPr>
          <p:cNvSpPr>
            <a:spLocks noGrp="1"/>
          </p:cNvSpPr>
          <p:nvPr/>
        </p:nvSpPr>
        <p:spPr>
          <a:xfrm>
            <a:off x="342900" y="1205865"/>
            <a:ext cx="8429625" cy="251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87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/>
              <a:t>2月8日：历史低光 7 / 19 年；按日总量由小到大排列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0ACC20-AB4D-436B-9237-56087382260B}"/>
              </a:ext>
            </a:extLst>
          </p:cNvPr>
          <p:cNvSpPr>
            <a:spLocks noGrp="1"/>
          </p:cNvSpPr>
          <p:nvPr/>
        </p:nvSpPr>
        <p:spPr>
          <a:xfrm>
            <a:off x="342900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BE335C-483A-44AC-9619-9BD676219117}"/>
              </a:ext>
            </a:extLst>
          </p:cNvPr>
          <p:cNvSpPr>
            <a:spLocks noGrp="1"/>
          </p:cNvSpPr>
          <p:nvPr/>
        </p:nvSpPr>
        <p:spPr>
          <a:xfrm>
            <a:off x="394335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第1位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F0F487-C984-46D2-B000-10D2FCE238D4}"/>
              </a:ext>
            </a:extLst>
          </p:cNvPr>
          <p:cNvSpPr>
            <a:spLocks noGrp="1"/>
          </p:cNvSpPr>
          <p:nvPr/>
        </p:nvSpPr>
        <p:spPr>
          <a:xfrm>
            <a:off x="394335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2004年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0D318F-8997-46E6-ACBD-B10111DCE8D3}"/>
              </a:ext>
            </a:extLst>
          </p:cNvPr>
          <p:cNvSpPr>
            <a:spLocks noGrp="1"/>
          </p:cNvSpPr>
          <p:nvPr/>
        </p:nvSpPr>
        <p:spPr>
          <a:xfrm>
            <a:off x="388620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0.728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240106-ABF9-4312-AB7D-FD50B9506327}"/>
              </a:ext>
            </a:extLst>
          </p:cNvPr>
          <p:cNvSpPr>
            <a:spLocks noGrp="1"/>
          </p:cNvSpPr>
          <p:nvPr/>
        </p:nvSpPr>
        <p:spPr>
          <a:xfrm>
            <a:off x="1377315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C24109-2F28-4D18-9DB0-CA6DA59EDBAA}"/>
              </a:ext>
            </a:extLst>
          </p:cNvPr>
          <p:cNvSpPr>
            <a:spLocks noGrp="1"/>
          </p:cNvSpPr>
          <p:nvPr/>
        </p:nvSpPr>
        <p:spPr>
          <a:xfrm>
            <a:off x="1428750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第2位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6E02E0-CABF-4609-B854-DEF9A9391994}"/>
              </a:ext>
            </a:extLst>
          </p:cNvPr>
          <p:cNvSpPr>
            <a:spLocks noGrp="1"/>
          </p:cNvSpPr>
          <p:nvPr/>
        </p:nvSpPr>
        <p:spPr>
          <a:xfrm>
            <a:off x="1428750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1958年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7455DD-0575-4B55-BA30-C8FFD4ADA571}"/>
              </a:ext>
            </a:extLst>
          </p:cNvPr>
          <p:cNvSpPr>
            <a:spLocks noGrp="1"/>
          </p:cNvSpPr>
          <p:nvPr/>
        </p:nvSpPr>
        <p:spPr>
          <a:xfrm>
            <a:off x="1423035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1.594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6C90BD-112F-4A11-B602-E4BA7FF0FD54}"/>
              </a:ext>
            </a:extLst>
          </p:cNvPr>
          <p:cNvSpPr>
            <a:spLocks noGrp="1"/>
          </p:cNvSpPr>
          <p:nvPr/>
        </p:nvSpPr>
        <p:spPr>
          <a:xfrm>
            <a:off x="2411730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5463A7-5371-4D30-ACF3-685F416C3A8F}"/>
              </a:ext>
            </a:extLst>
          </p:cNvPr>
          <p:cNvSpPr>
            <a:spLocks noGrp="1"/>
          </p:cNvSpPr>
          <p:nvPr/>
        </p:nvSpPr>
        <p:spPr>
          <a:xfrm>
            <a:off x="2463165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第3位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7DB209-5A74-4091-B5B5-FAB6CD331AD9}"/>
              </a:ext>
            </a:extLst>
          </p:cNvPr>
          <p:cNvSpPr>
            <a:spLocks noGrp="1"/>
          </p:cNvSpPr>
          <p:nvPr/>
        </p:nvSpPr>
        <p:spPr>
          <a:xfrm>
            <a:off x="2463165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1959年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60785D-9E1C-4920-91FE-CE376BE1EE8C}"/>
              </a:ext>
            </a:extLst>
          </p:cNvPr>
          <p:cNvSpPr>
            <a:spLocks noGrp="1"/>
          </p:cNvSpPr>
          <p:nvPr/>
        </p:nvSpPr>
        <p:spPr>
          <a:xfrm>
            <a:off x="2457450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2.403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B85834-2B3E-47CB-BA72-C081AFACA0B0}"/>
              </a:ext>
            </a:extLst>
          </p:cNvPr>
          <p:cNvSpPr>
            <a:spLocks noGrp="1"/>
          </p:cNvSpPr>
          <p:nvPr/>
        </p:nvSpPr>
        <p:spPr>
          <a:xfrm>
            <a:off x="3446145" y="1663065"/>
            <a:ext cx="977265" cy="66294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7D3B9E-3150-4633-AD53-7AB2EF42D5DC}"/>
              </a:ext>
            </a:extLst>
          </p:cNvPr>
          <p:cNvSpPr>
            <a:spLocks noGrp="1"/>
          </p:cNvSpPr>
          <p:nvPr/>
        </p:nvSpPr>
        <p:spPr>
          <a:xfrm>
            <a:off x="3497580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第4位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AE2AD6-AC62-45AB-8F73-04F3365E06F5}"/>
              </a:ext>
            </a:extLst>
          </p:cNvPr>
          <p:cNvSpPr>
            <a:spLocks noGrp="1"/>
          </p:cNvSpPr>
          <p:nvPr/>
        </p:nvSpPr>
        <p:spPr>
          <a:xfrm>
            <a:off x="3497580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1986年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4E7C4D-AB49-407A-8A2F-9B79AACBAAD2}"/>
              </a:ext>
            </a:extLst>
          </p:cNvPr>
          <p:cNvSpPr>
            <a:spLocks noGrp="1"/>
          </p:cNvSpPr>
          <p:nvPr/>
        </p:nvSpPr>
        <p:spPr>
          <a:xfrm>
            <a:off x="3491865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2.693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CF20D61-7768-4B07-A617-9C7AD109840C}"/>
              </a:ext>
            </a:extLst>
          </p:cNvPr>
          <p:cNvSpPr>
            <a:spLocks noGrp="1"/>
          </p:cNvSpPr>
          <p:nvPr/>
        </p:nvSpPr>
        <p:spPr>
          <a:xfrm>
            <a:off x="4480560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3D4C37-CEDA-4ED7-AEE6-DD6F0FB1E884}"/>
              </a:ext>
            </a:extLst>
          </p:cNvPr>
          <p:cNvSpPr>
            <a:spLocks noGrp="1"/>
          </p:cNvSpPr>
          <p:nvPr/>
        </p:nvSpPr>
        <p:spPr>
          <a:xfrm>
            <a:off x="4531995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第5位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F70693-85ED-4761-9993-6F674FC2D6E7}"/>
              </a:ext>
            </a:extLst>
          </p:cNvPr>
          <p:cNvSpPr>
            <a:spLocks noGrp="1"/>
          </p:cNvSpPr>
          <p:nvPr/>
        </p:nvSpPr>
        <p:spPr>
          <a:xfrm>
            <a:off x="4531995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2015年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8CFA63-234F-4328-A7EF-9378CD1911E9}"/>
              </a:ext>
            </a:extLst>
          </p:cNvPr>
          <p:cNvSpPr>
            <a:spLocks noGrp="1"/>
          </p:cNvSpPr>
          <p:nvPr/>
        </p:nvSpPr>
        <p:spPr>
          <a:xfrm>
            <a:off x="4526280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2.864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FB3AF7-9FA3-4618-9C19-2BAF844D003B}"/>
              </a:ext>
            </a:extLst>
          </p:cNvPr>
          <p:cNvSpPr>
            <a:spLocks noGrp="1"/>
          </p:cNvSpPr>
          <p:nvPr/>
        </p:nvSpPr>
        <p:spPr>
          <a:xfrm>
            <a:off x="5514975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B389B3-9B1B-4B95-9D22-BEF25A941FDD}"/>
              </a:ext>
            </a:extLst>
          </p:cNvPr>
          <p:cNvSpPr>
            <a:spLocks noGrp="1"/>
          </p:cNvSpPr>
          <p:nvPr/>
        </p:nvSpPr>
        <p:spPr>
          <a:xfrm>
            <a:off x="5566410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第6位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F8E6C6-1D3A-4143-9FFE-A7C9D11D76F4}"/>
              </a:ext>
            </a:extLst>
          </p:cNvPr>
          <p:cNvSpPr>
            <a:spLocks noGrp="1"/>
          </p:cNvSpPr>
          <p:nvPr/>
        </p:nvSpPr>
        <p:spPr>
          <a:xfrm>
            <a:off x="5566410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2021年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6C118FA-2823-424D-8F8B-296A5A74961F}"/>
              </a:ext>
            </a:extLst>
          </p:cNvPr>
          <p:cNvSpPr>
            <a:spLocks noGrp="1"/>
          </p:cNvSpPr>
          <p:nvPr/>
        </p:nvSpPr>
        <p:spPr>
          <a:xfrm>
            <a:off x="5560695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2.873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EFC52B2-6421-4C31-A754-88767FD63095}"/>
              </a:ext>
            </a:extLst>
          </p:cNvPr>
          <p:cNvSpPr>
            <a:spLocks noGrp="1"/>
          </p:cNvSpPr>
          <p:nvPr/>
        </p:nvSpPr>
        <p:spPr>
          <a:xfrm>
            <a:off x="6549390" y="1663065"/>
            <a:ext cx="977265" cy="662940"/>
          </a:xfrm>
          <a:prstGeom prst="rect">
            <a:avLst/>
          </a:prstGeom>
          <a:solidFill>
            <a:srgbClr val="F7F9FB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3AFC80-F602-4EBD-B88D-30485174B680}"/>
              </a:ext>
            </a:extLst>
          </p:cNvPr>
          <p:cNvSpPr>
            <a:spLocks noGrp="1"/>
          </p:cNvSpPr>
          <p:nvPr/>
        </p:nvSpPr>
        <p:spPr>
          <a:xfrm>
            <a:off x="6600825" y="1708785"/>
            <a:ext cx="87439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350" b="1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第7位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CB4E8D2-DE5E-4943-9FE8-8B8F4D2B65B3}"/>
              </a:ext>
            </a:extLst>
          </p:cNvPr>
          <p:cNvSpPr>
            <a:spLocks noGrp="1"/>
          </p:cNvSpPr>
          <p:nvPr/>
        </p:nvSpPr>
        <p:spPr>
          <a:xfrm>
            <a:off x="6600825" y="1885950"/>
            <a:ext cx="87439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1977年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BF50D8-98D4-44E3-951A-5FB06C85C757}"/>
              </a:ext>
            </a:extLst>
          </p:cNvPr>
          <p:cNvSpPr>
            <a:spLocks noGrp="1"/>
          </p:cNvSpPr>
          <p:nvPr/>
        </p:nvSpPr>
        <p:spPr>
          <a:xfrm>
            <a:off x="6595110" y="2097405"/>
            <a:ext cx="88582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2.912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C209F1-4A34-4E3A-8121-44C958E064DF}"/>
              </a:ext>
            </a:extLst>
          </p:cNvPr>
          <p:cNvSpPr>
            <a:spLocks noGrp="1"/>
          </p:cNvSpPr>
          <p:nvPr/>
        </p:nvSpPr>
        <p:spPr>
          <a:xfrm>
            <a:off x="354330" y="2406015"/>
            <a:ext cx="8343900" cy="222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650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单位：kWh/m²；第4位1986年 2.693 kWh/m²，直接采用其真实24小时逐时曲线。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572C0D-FE14-46C0-95A1-8DD0D46E8538}"/>
              </a:ext>
            </a:extLst>
          </p:cNvPr>
          <p:cNvSpPr>
            <a:spLocks noGrp="1"/>
          </p:cNvSpPr>
          <p:nvPr/>
        </p:nvSpPr>
        <p:spPr>
          <a:xfrm>
            <a:off x="880110" y="4063365"/>
            <a:ext cx="7412355" cy="11430"/>
          </a:xfrm>
          <a:prstGeom prst="rect">
            <a:avLst/>
          </a:prstGeom>
          <a:solidFill>
            <a:srgbClr val="A8B8CA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8BF39E4-E3FF-4C25-AB07-AA1151FA1992}"/>
              </a:ext>
            </a:extLst>
          </p:cNvPr>
          <p:cNvSpPr>
            <a:spLocks noGrp="1"/>
          </p:cNvSpPr>
          <p:nvPr/>
        </p:nvSpPr>
        <p:spPr>
          <a:xfrm>
            <a:off x="908685" y="4028098"/>
            <a:ext cx="97155" cy="35267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EFDD011-AD56-4093-A3C9-8D84AFD1932C}"/>
              </a:ext>
            </a:extLst>
          </p:cNvPr>
          <p:cNvSpPr>
            <a:spLocks noGrp="1"/>
          </p:cNvSpPr>
          <p:nvPr/>
        </p:nvSpPr>
        <p:spPr>
          <a:xfrm>
            <a:off x="1011555" y="4052949"/>
            <a:ext cx="97155" cy="10416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B4120D1-988D-4575-A836-0E9D55EB59BB}"/>
              </a:ext>
            </a:extLst>
          </p:cNvPr>
          <p:cNvSpPr>
            <a:spLocks noGrp="1"/>
          </p:cNvSpPr>
          <p:nvPr/>
        </p:nvSpPr>
        <p:spPr>
          <a:xfrm>
            <a:off x="874395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034F479-9C50-4A6A-A222-7FC86A5C8003}"/>
              </a:ext>
            </a:extLst>
          </p:cNvPr>
          <p:cNvSpPr>
            <a:spLocks noGrp="1"/>
          </p:cNvSpPr>
          <p:nvPr/>
        </p:nvSpPr>
        <p:spPr>
          <a:xfrm>
            <a:off x="1217534" y="3844825"/>
            <a:ext cx="97155" cy="21854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E37F784-2835-4CCB-B967-E20B551BB6CD}"/>
              </a:ext>
            </a:extLst>
          </p:cNvPr>
          <p:cNvSpPr>
            <a:spLocks noGrp="1"/>
          </p:cNvSpPr>
          <p:nvPr/>
        </p:nvSpPr>
        <p:spPr>
          <a:xfrm>
            <a:off x="1320404" y="3987006"/>
            <a:ext cx="97155" cy="76359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F8D850-F00E-484E-AEDB-9F62DC42624E}"/>
              </a:ext>
            </a:extLst>
          </p:cNvPr>
          <p:cNvSpPr>
            <a:spLocks noGrp="1"/>
          </p:cNvSpPr>
          <p:nvPr/>
        </p:nvSpPr>
        <p:spPr>
          <a:xfrm>
            <a:off x="1526382" y="3583025"/>
            <a:ext cx="97155" cy="48034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9906232-AD89-4B07-A67F-1BDF0EA0D21C}"/>
              </a:ext>
            </a:extLst>
          </p:cNvPr>
          <p:cNvSpPr>
            <a:spLocks noGrp="1"/>
          </p:cNvSpPr>
          <p:nvPr/>
        </p:nvSpPr>
        <p:spPr>
          <a:xfrm>
            <a:off x="1629252" y="3865337"/>
            <a:ext cx="97155" cy="198028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C2E3EBD-A54B-4816-9167-DC149F8F4671}"/>
              </a:ext>
            </a:extLst>
          </p:cNvPr>
          <p:cNvSpPr>
            <a:spLocks noGrp="1"/>
          </p:cNvSpPr>
          <p:nvPr/>
        </p:nvSpPr>
        <p:spPr>
          <a:xfrm>
            <a:off x="1835230" y="3354999"/>
            <a:ext cx="97155" cy="708366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4631971-024E-4D64-8DE6-2390640B63C5}"/>
              </a:ext>
            </a:extLst>
          </p:cNvPr>
          <p:cNvSpPr>
            <a:spLocks noGrp="1"/>
          </p:cNvSpPr>
          <p:nvPr/>
        </p:nvSpPr>
        <p:spPr>
          <a:xfrm>
            <a:off x="1938100" y="3708987"/>
            <a:ext cx="97155" cy="354378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A9B1875-E72F-4347-9123-DB2AEED7A3C1}"/>
              </a:ext>
            </a:extLst>
          </p:cNvPr>
          <p:cNvSpPr>
            <a:spLocks noGrp="1"/>
          </p:cNvSpPr>
          <p:nvPr/>
        </p:nvSpPr>
        <p:spPr>
          <a:xfrm>
            <a:off x="1800940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03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4DB8B7F-17D8-4EF0-950F-FFDB96FF615B}"/>
              </a:ext>
            </a:extLst>
          </p:cNvPr>
          <p:cNvSpPr>
            <a:spLocks noGrp="1"/>
          </p:cNvSpPr>
          <p:nvPr/>
        </p:nvSpPr>
        <p:spPr>
          <a:xfrm>
            <a:off x="2144078" y="3204568"/>
            <a:ext cx="97155" cy="858797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3C5EFBC-E203-4682-972B-12FAE7D94BDE}"/>
              </a:ext>
            </a:extLst>
          </p:cNvPr>
          <p:cNvSpPr>
            <a:spLocks noGrp="1"/>
          </p:cNvSpPr>
          <p:nvPr/>
        </p:nvSpPr>
        <p:spPr>
          <a:xfrm>
            <a:off x="2246948" y="3601215"/>
            <a:ext cx="97155" cy="462151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D4355BD-EE8B-4373-96A2-060694EDF650}"/>
              </a:ext>
            </a:extLst>
          </p:cNvPr>
          <p:cNvSpPr>
            <a:spLocks noGrp="1"/>
          </p:cNvSpPr>
          <p:nvPr/>
        </p:nvSpPr>
        <p:spPr>
          <a:xfrm>
            <a:off x="2452926" y="3099979"/>
            <a:ext cx="97155" cy="963386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25ABE06-B364-4682-AADC-22242DF8606B}"/>
              </a:ext>
            </a:extLst>
          </p:cNvPr>
          <p:cNvSpPr>
            <a:spLocks noGrp="1"/>
          </p:cNvSpPr>
          <p:nvPr/>
        </p:nvSpPr>
        <p:spPr>
          <a:xfrm>
            <a:off x="2555796" y="3572474"/>
            <a:ext cx="97155" cy="490891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18E8F29-2D2D-411E-B298-E7E05028272C}"/>
              </a:ext>
            </a:extLst>
          </p:cNvPr>
          <p:cNvSpPr>
            <a:spLocks noGrp="1"/>
          </p:cNvSpPr>
          <p:nvPr/>
        </p:nvSpPr>
        <p:spPr>
          <a:xfrm>
            <a:off x="2761774" y="3105804"/>
            <a:ext cx="97155" cy="957561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7027DFF-A39F-4B40-89DE-1BA5AA8BF5F3}"/>
              </a:ext>
            </a:extLst>
          </p:cNvPr>
          <p:cNvSpPr>
            <a:spLocks noGrp="1"/>
          </p:cNvSpPr>
          <p:nvPr/>
        </p:nvSpPr>
        <p:spPr>
          <a:xfrm>
            <a:off x="2864644" y="3572266"/>
            <a:ext cx="97155" cy="491099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59A9489-0E90-4053-BBE8-CB0241954AF5}"/>
              </a:ext>
            </a:extLst>
          </p:cNvPr>
          <p:cNvSpPr>
            <a:spLocks noGrp="1"/>
          </p:cNvSpPr>
          <p:nvPr/>
        </p:nvSpPr>
        <p:spPr>
          <a:xfrm>
            <a:off x="2727484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06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7E1C95C-60C7-481F-9D93-3240F21A89DE}"/>
              </a:ext>
            </a:extLst>
          </p:cNvPr>
          <p:cNvSpPr>
            <a:spLocks noGrp="1"/>
          </p:cNvSpPr>
          <p:nvPr/>
        </p:nvSpPr>
        <p:spPr>
          <a:xfrm>
            <a:off x="3070622" y="3199417"/>
            <a:ext cx="97155" cy="863948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A91BB9D-553D-4CBA-B213-10EFD7780A18}"/>
              </a:ext>
            </a:extLst>
          </p:cNvPr>
          <p:cNvSpPr>
            <a:spLocks noGrp="1"/>
          </p:cNvSpPr>
          <p:nvPr/>
        </p:nvSpPr>
        <p:spPr>
          <a:xfrm>
            <a:off x="3173492" y="3590449"/>
            <a:ext cx="97155" cy="472916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40F57CE-9D92-4AAC-8815-37B2702D16EB}"/>
              </a:ext>
            </a:extLst>
          </p:cNvPr>
          <p:cNvSpPr>
            <a:spLocks noGrp="1"/>
          </p:cNvSpPr>
          <p:nvPr/>
        </p:nvSpPr>
        <p:spPr>
          <a:xfrm>
            <a:off x="3379470" y="3376485"/>
            <a:ext cx="97155" cy="68688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5B81ED9-36C7-4E61-ABC2-8549702F7B0F}"/>
              </a:ext>
            </a:extLst>
          </p:cNvPr>
          <p:cNvSpPr>
            <a:spLocks noGrp="1"/>
          </p:cNvSpPr>
          <p:nvPr/>
        </p:nvSpPr>
        <p:spPr>
          <a:xfrm>
            <a:off x="3482340" y="3675043"/>
            <a:ext cx="97155" cy="388322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582099A-BD91-4CCE-AA4F-1A54489AAD9F}"/>
              </a:ext>
            </a:extLst>
          </p:cNvPr>
          <p:cNvSpPr>
            <a:spLocks noGrp="1"/>
          </p:cNvSpPr>
          <p:nvPr/>
        </p:nvSpPr>
        <p:spPr>
          <a:xfrm>
            <a:off x="3688319" y="3612985"/>
            <a:ext cx="97155" cy="45038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E40D93A-052A-41AE-8E20-14813413B651}"/>
              </a:ext>
            </a:extLst>
          </p:cNvPr>
          <p:cNvSpPr>
            <a:spLocks noGrp="1"/>
          </p:cNvSpPr>
          <p:nvPr/>
        </p:nvSpPr>
        <p:spPr>
          <a:xfrm>
            <a:off x="3791189" y="3861962"/>
            <a:ext cx="97155" cy="201403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9701DB5-104A-4247-8D12-1EEED051ACA1}"/>
              </a:ext>
            </a:extLst>
          </p:cNvPr>
          <p:cNvSpPr>
            <a:spLocks noGrp="1"/>
          </p:cNvSpPr>
          <p:nvPr/>
        </p:nvSpPr>
        <p:spPr>
          <a:xfrm>
            <a:off x="3654028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09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EA78A5E-754C-43F8-8195-AC92A963F4C2}"/>
              </a:ext>
            </a:extLst>
          </p:cNvPr>
          <p:cNvSpPr>
            <a:spLocks noGrp="1"/>
          </p:cNvSpPr>
          <p:nvPr/>
        </p:nvSpPr>
        <p:spPr>
          <a:xfrm>
            <a:off x="3997167" y="3860943"/>
            <a:ext cx="97155" cy="202422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230F960-69BC-4BAF-AAE0-E96A6F64130E}"/>
              </a:ext>
            </a:extLst>
          </p:cNvPr>
          <p:cNvSpPr>
            <a:spLocks noGrp="1"/>
          </p:cNvSpPr>
          <p:nvPr/>
        </p:nvSpPr>
        <p:spPr>
          <a:xfrm>
            <a:off x="4100037" y="3960849"/>
            <a:ext cx="97155" cy="102516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F440C4B-8C8F-4342-8C89-CBCE8CDA8DC1}"/>
              </a:ext>
            </a:extLst>
          </p:cNvPr>
          <p:cNvSpPr>
            <a:spLocks noGrp="1"/>
          </p:cNvSpPr>
          <p:nvPr/>
        </p:nvSpPr>
        <p:spPr>
          <a:xfrm>
            <a:off x="4306015" y="4041886"/>
            <a:ext cx="97155" cy="21479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182E1A1-B404-488C-BCF2-D56054280E0C}"/>
              </a:ext>
            </a:extLst>
          </p:cNvPr>
          <p:cNvSpPr>
            <a:spLocks noGrp="1"/>
          </p:cNvSpPr>
          <p:nvPr/>
        </p:nvSpPr>
        <p:spPr>
          <a:xfrm>
            <a:off x="4408885" y="4051043"/>
            <a:ext cx="97155" cy="12322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1286D23-304D-45C2-8261-EDE260C7E41F}"/>
              </a:ext>
            </a:extLst>
          </p:cNvPr>
          <p:cNvSpPr>
            <a:spLocks noGrp="1"/>
          </p:cNvSpPr>
          <p:nvPr/>
        </p:nvSpPr>
        <p:spPr>
          <a:xfrm>
            <a:off x="4614863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693D776-7993-4EBF-8F03-5CFE33B7FBFD}"/>
              </a:ext>
            </a:extLst>
          </p:cNvPr>
          <p:cNvSpPr>
            <a:spLocks noGrp="1"/>
          </p:cNvSpPr>
          <p:nvPr/>
        </p:nvSpPr>
        <p:spPr>
          <a:xfrm>
            <a:off x="4717733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676D56A-1E42-42A8-B6CD-A39926AB7393}"/>
              </a:ext>
            </a:extLst>
          </p:cNvPr>
          <p:cNvSpPr>
            <a:spLocks noGrp="1"/>
          </p:cNvSpPr>
          <p:nvPr/>
        </p:nvSpPr>
        <p:spPr>
          <a:xfrm>
            <a:off x="4580573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12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9D71255-17B9-481B-9EB5-97E9E33FDA4D}"/>
              </a:ext>
            </a:extLst>
          </p:cNvPr>
          <p:cNvSpPr>
            <a:spLocks noGrp="1"/>
          </p:cNvSpPr>
          <p:nvPr/>
        </p:nvSpPr>
        <p:spPr>
          <a:xfrm>
            <a:off x="4923711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027FC9B-34FA-403F-8A88-9D0855E9E5DB}"/>
              </a:ext>
            </a:extLst>
          </p:cNvPr>
          <p:cNvSpPr>
            <a:spLocks noGrp="1"/>
          </p:cNvSpPr>
          <p:nvPr/>
        </p:nvSpPr>
        <p:spPr>
          <a:xfrm>
            <a:off x="5026581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43EBC4B-C51D-4171-A008-241A42497C98}"/>
              </a:ext>
            </a:extLst>
          </p:cNvPr>
          <p:cNvSpPr>
            <a:spLocks noGrp="1"/>
          </p:cNvSpPr>
          <p:nvPr/>
        </p:nvSpPr>
        <p:spPr>
          <a:xfrm>
            <a:off x="5232559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F9DC67E-5DF6-4D3B-954E-D650E68040F5}"/>
              </a:ext>
            </a:extLst>
          </p:cNvPr>
          <p:cNvSpPr>
            <a:spLocks noGrp="1"/>
          </p:cNvSpPr>
          <p:nvPr/>
        </p:nvSpPr>
        <p:spPr>
          <a:xfrm>
            <a:off x="5335429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7476CEB-32CE-49AA-895D-2A8DC9B33365}"/>
              </a:ext>
            </a:extLst>
          </p:cNvPr>
          <p:cNvSpPr>
            <a:spLocks noGrp="1"/>
          </p:cNvSpPr>
          <p:nvPr/>
        </p:nvSpPr>
        <p:spPr>
          <a:xfrm>
            <a:off x="5541407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243C818-1461-4145-A383-98FEE73E7D32}"/>
              </a:ext>
            </a:extLst>
          </p:cNvPr>
          <p:cNvSpPr>
            <a:spLocks noGrp="1"/>
          </p:cNvSpPr>
          <p:nvPr/>
        </p:nvSpPr>
        <p:spPr>
          <a:xfrm>
            <a:off x="5644277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1F6F3EA-AB80-4372-9894-C45B0AA3E143}"/>
              </a:ext>
            </a:extLst>
          </p:cNvPr>
          <p:cNvSpPr>
            <a:spLocks noGrp="1"/>
          </p:cNvSpPr>
          <p:nvPr/>
        </p:nvSpPr>
        <p:spPr>
          <a:xfrm>
            <a:off x="5507117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15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A2242E9-5CE7-4397-AFC5-445D8D875CA4}"/>
              </a:ext>
            </a:extLst>
          </p:cNvPr>
          <p:cNvSpPr>
            <a:spLocks noGrp="1"/>
          </p:cNvSpPr>
          <p:nvPr/>
        </p:nvSpPr>
        <p:spPr>
          <a:xfrm>
            <a:off x="5850255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9CABB67-37E5-4EEE-A2DC-944DC4E7366D}"/>
              </a:ext>
            </a:extLst>
          </p:cNvPr>
          <p:cNvSpPr>
            <a:spLocks noGrp="1"/>
          </p:cNvSpPr>
          <p:nvPr/>
        </p:nvSpPr>
        <p:spPr>
          <a:xfrm>
            <a:off x="5953125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2C9CD27-285B-4217-8390-ACB507E5F7C2}"/>
              </a:ext>
            </a:extLst>
          </p:cNvPr>
          <p:cNvSpPr>
            <a:spLocks noGrp="1"/>
          </p:cNvSpPr>
          <p:nvPr/>
        </p:nvSpPr>
        <p:spPr>
          <a:xfrm>
            <a:off x="6159104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9D94DDF-8182-4BCE-8CB3-AB4C484DBAEE}"/>
              </a:ext>
            </a:extLst>
          </p:cNvPr>
          <p:cNvSpPr>
            <a:spLocks noGrp="1"/>
          </p:cNvSpPr>
          <p:nvPr/>
        </p:nvSpPr>
        <p:spPr>
          <a:xfrm>
            <a:off x="6261974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A24B211-B99F-4247-9150-D6D317778E30}"/>
              </a:ext>
            </a:extLst>
          </p:cNvPr>
          <p:cNvSpPr>
            <a:spLocks noGrp="1"/>
          </p:cNvSpPr>
          <p:nvPr/>
        </p:nvSpPr>
        <p:spPr>
          <a:xfrm>
            <a:off x="6467952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25E1C23-39ED-410E-955B-667F2A5C4669}"/>
              </a:ext>
            </a:extLst>
          </p:cNvPr>
          <p:cNvSpPr>
            <a:spLocks noGrp="1"/>
          </p:cNvSpPr>
          <p:nvPr/>
        </p:nvSpPr>
        <p:spPr>
          <a:xfrm>
            <a:off x="6570822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F5D8A71-48D5-41CE-B9A6-7843D9512D8A}"/>
              </a:ext>
            </a:extLst>
          </p:cNvPr>
          <p:cNvSpPr>
            <a:spLocks noGrp="1"/>
          </p:cNvSpPr>
          <p:nvPr/>
        </p:nvSpPr>
        <p:spPr>
          <a:xfrm>
            <a:off x="6433661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18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CD23048-3B0F-49B8-8616-B4205FD01CD5}"/>
              </a:ext>
            </a:extLst>
          </p:cNvPr>
          <p:cNvSpPr>
            <a:spLocks noGrp="1"/>
          </p:cNvSpPr>
          <p:nvPr/>
        </p:nvSpPr>
        <p:spPr>
          <a:xfrm>
            <a:off x="6776800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6C5D8110-EFCD-4383-9CF1-F05090020BBC}"/>
              </a:ext>
            </a:extLst>
          </p:cNvPr>
          <p:cNvSpPr>
            <a:spLocks noGrp="1"/>
          </p:cNvSpPr>
          <p:nvPr/>
        </p:nvSpPr>
        <p:spPr>
          <a:xfrm>
            <a:off x="6879670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E45FFBD-0D36-4D26-B5F4-546E379F3F18}"/>
              </a:ext>
            </a:extLst>
          </p:cNvPr>
          <p:cNvSpPr>
            <a:spLocks noGrp="1"/>
          </p:cNvSpPr>
          <p:nvPr/>
        </p:nvSpPr>
        <p:spPr>
          <a:xfrm>
            <a:off x="7085648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A994D7D-AE3A-45AC-8BBF-56805DE66DAA}"/>
              </a:ext>
            </a:extLst>
          </p:cNvPr>
          <p:cNvSpPr>
            <a:spLocks noGrp="1"/>
          </p:cNvSpPr>
          <p:nvPr/>
        </p:nvSpPr>
        <p:spPr>
          <a:xfrm>
            <a:off x="7188518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D7C2B89-5A50-443D-927D-5FBA4E52866A}"/>
              </a:ext>
            </a:extLst>
          </p:cNvPr>
          <p:cNvSpPr>
            <a:spLocks noGrp="1"/>
          </p:cNvSpPr>
          <p:nvPr/>
        </p:nvSpPr>
        <p:spPr>
          <a:xfrm>
            <a:off x="7394496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10FDF85-0DFC-492D-8E1C-17CCEAE3C70F}"/>
              </a:ext>
            </a:extLst>
          </p:cNvPr>
          <p:cNvSpPr>
            <a:spLocks noGrp="1"/>
          </p:cNvSpPr>
          <p:nvPr/>
        </p:nvSpPr>
        <p:spPr>
          <a:xfrm>
            <a:off x="7497366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249D578-B467-4F0F-8BB5-0F15E2A44403}"/>
              </a:ext>
            </a:extLst>
          </p:cNvPr>
          <p:cNvSpPr>
            <a:spLocks noGrp="1"/>
          </p:cNvSpPr>
          <p:nvPr/>
        </p:nvSpPr>
        <p:spPr>
          <a:xfrm>
            <a:off x="7360205" y="4114800"/>
            <a:ext cx="274320" cy="137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21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1070C58-BB50-4C61-8A4B-0BE9AB13F6E5}"/>
              </a:ext>
            </a:extLst>
          </p:cNvPr>
          <p:cNvSpPr>
            <a:spLocks noGrp="1"/>
          </p:cNvSpPr>
          <p:nvPr/>
        </p:nvSpPr>
        <p:spPr>
          <a:xfrm>
            <a:off x="7703344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31CE8C9-77E1-4642-B3A9-8B8ADAAC9C47}"/>
              </a:ext>
            </a:extLst>
          </p:cNvPr>
          <p:cNvSpPr>
            <a:spLocks noGrp="1"/>
          </p:cNvSpPr>
          <p:nvPr/>
        </p:nvSpPr>
        <p:spPr>
          <a:xfrm>
            <a:off x="7806214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965B101-A826-4EB9-90FA-20C2A436B69B}"/>
              </a:ext>
            </a:extLst>
          </p:cNvPr>
          <p:cNvSpPr>
            <a:spLocks noGrp="1"/>
          </p:cNvSpPr>
          <p:nvPr/>
        </p:nvSpPr>
        <p:spPr>
          <a:xfrm>
            <a:off x="8012192" y="4063365"/>
            <a:ext cx="97155" cy="0"/>
          </a:xfrm>
          <a:prstGeom prst="rect">
            <a:avLst/>
          </a:prstGeom>
          <a:solidFill>
            <a:srgbClr val="AEB9C6"/>
          </a:solidFill>
          <a:ln w="0">
            <a:noFill/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39ED12B-9A70-43A3-85EB-60D23FCA506D}"/>
              </a:ext>
            </a:extLst>
          </p:cNvPr>
          <p:cNvSpPr>
            <a:spLocks noGrp="1"/>
          </p:cNvSpPr>
          <p:nvPr/>
        </p:nvSpPr>
        <p:spPr>
          <a:xfrm>
            <a:off x="8115062" y="4063365"/>
            <a:ext cx="97155" cy="0"/>
          </a:xfrm>
          <a:prstGeom prst="rect">
            <a:avLst/>
          </a:prstGeom>
          <a:solidFill>
            <a:srgbClr val="BF2C23"/>
          </a:solidFill>
          <a:ln w="0">
            <a:noFill/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40D33DB-CD23-4E21-9B7B-E8B8B5C8DCF0}"/>
              </a:ext>
            </a:extLst>
          </p:cNvPr>
          <p:cNvSpPr>
            <a:spLocks noGrp="1"/>
          </p:cNvSpPr>
          <p:nvPr/>
        </p:nvSpPr>
        <p:spPr>
          <a:xfrm>
            <a:off x="880110" y="4257675"/>
            <a:ext cx="27432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677B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2月8日原曲线 5.325 kWh/m²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C78F033-CBF2-48F2-82AF-54D1133C4328}"/>
              </a:ext>
            </a:extLst>
          </p:cNvPr>
          <p:cNvSpPr>
            <a:spLocks noGrp="1"/>
          </p:cNvSpPr>
          <p:nvPr/>
        </p:nvSpPr>
        <p:spPr>
          <a:xfrm>
            <a:off x="4080510" y="4257675"/>
            <a:ext cx="297180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插入1986年模板 2.693 kWh/m²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D3661EB5-8522-4B83-8E0F-DDBA3ABC3658}"/>
              </a:ext>
            </a:extLst>
          </p:cNvPr>
          <p:cNvSpPr>
            <a:spLocks noGrp="1"/>
          </p:cNvSpPr>
          <p:nvPr/>
        </p:nvSpPr>
        <p:spPr>
          <a:xfrm>
            <a:off x="7606665" y="4257675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350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/>
              <a:t>小时（UTC）</a:t>
            </a:r>
          </a:p>
        </p:txBody>
      </p:sp>
    </p:spTree>
    <p:extLst>
      <p:ext uri="{BB962C8B-B14F-4D97-AF65-F5344CB8AC3E}">
        <p14:creationId xmlns:p14="http://schemas.microsoft.com/office/powerpoint/2010/main" val="643744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 119">
            <a:extLst>
              <a:ext uri="{FF2B5EF4-FFF2-40B4-BE49-F238E27FC236}">
                <a16:creationId xmlns:a16="http://schemas.microsoft.com/office/drawing/2014/main" id="{A39C4331-305F-42C7-BE81-2FCC8C48057B}"/>
              </a:ext>
            </a:extLst>
          </p:cNvPr>
          <p:cNvSpPr>
            <a:spLocks noGrp="1"/>
          </p:cNvSpPr>
          <p:nvPr/>
        </p:nvSpPr>
        <p:spPr>
          <a:xfrm>
            <a:off x="297180" y="148590"/>
            <a:ext cx="8543925" cy="4171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3450" b="1">
                <a:solidFill>
                  <a:srgbClr val="214C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70"/>
              <a:t>04  插入到代表年的同一月日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584BAD-8972-4EA2-AE4E-60800EBE4675}"/>
              </a:ext>
            </a:extLst>
          </p:cNvPr>
          <p:cNvSpPr>
            <a:spLocks noGrp="1"/>
          </p:cNvSpPr>
          <p:nvPr/>
        </p:nvSpPr>
        <p:spPr>
          <a:xfrm>
            <a:off x="297180" y="640080"/>
            <a:ext cx="8543925" cy="17145"/>
          </a:xfrm>
          <a:prstGeom prst="rect">
            <a:avLst/>
          </a:prstGeom>
          <a:solidFill>
            <a:srgbClr val="214C9A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4887A3-F4E1-4AD5-BF58-3CDD2E83BE05}"/>
              </a:ext>
            </a:extLst>
          </p:cNvPr>
          <p:cNvSpPr>
            <a:spLocks noGrp="1"/>
          </p:cNvSpPr>
          <p:nvPr/>
        </p:nvSpPr>
        <p:spPr>
          <a:xfrm>
            <a:off x="308610" y="760095"/>
            <a:ext cx="8515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2250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/>
              <a:t>展示2月1—28日全部日期：红格是实际替换的完整24小时曲线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381EF-5505-422D-9679-C96298B05F26}"/>
              </a:ext>
            </a:extLst>
          </p:cNvPr>
          <p:cNvSpPr>
            <a:spLocks noGrp="1"/>
          </p:cNvSpPr>
          <p:nvPr/>
        </p:nvSpPr>
        <p:spPr>
          <a:xfrm>
            <a:off x="314325" y="4846320"/>
            <a:ext cx="4857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大光资源年2019 · 2月算例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6A6DE-9547-4621-A5A9-1A540EF8C7C1}"/>
              </a:ext>
            </a:extLst>
          </p:cNvPr>
          <p:cNvSpPr>
            <a:spLocks noGrp="1"/>
          </p:cNvSpPr>
          <p:nvPr/>
        </p:nvSpPr>
        <p:spPr>
          <a:xfrm>
            <a:off x="8172450" y="4846320"/>
            <a:ext cx="64008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defRPr sz="127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/>
              <a:t>04 / 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76E783-0D37-4E9E-8E67-992BF728FB01}"/>
              </a:ext>
            </a:extLst>
          </p:cNvPr>
          <p:cNvSpPr>
            <a:spLocks noGrp="1"/>
          </p:cNvSpPr>
          <p:nvPr/>
        </p:nvSpPr>
        <p:spPr>
          <a:xfrm>
            <a:off x="325755" y="1177290"/>
            <a:ext cx="840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0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判定阈值：日总辐照 ≤ 3.027 kWh/m² 为低光日；未着色的25天逐小时值均未修改。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653F77-1A88-4A0F-986B-39ACF9D45082}"/>
              </a:ext>
            </a:extLst>
          </p:cNvPr>
          <p:cNvSpPr>
            <a:spLocks noGrp="1"/>
          </p:cNvSpPr>
          <p:nvPr/>
        </p:nvSpPr>
        <p:spPr>
          <a:xfrm>
            <a:off x="33718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EA6ED7-127F-45A1-B88E-5EFBFFF1928A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BEF830-5B87-4F32-A1C1-41B0D0671F3B}"/>
              </a:ext>
            </a:extLst>
          </p:cNvPr>
          <p:cNvSpPr>
            <a:spLocks noGrp="1"/>
          </p:cNvSpPr>
          <p:nvPr/>
        </p:nvSpPr>
        <p:spPr>
          <a:xfrm>
            <a:off x="394335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3.95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9D37DA-21BD-4852-A353-6CA56347E721}"/>
              </a:ext>
            </a:extLst>
          </p:cNvPr>
          <p:cNvSpPr>
            <a:spLocks noGrp="1"/>
          </p:cNvSpPr>
          <p:nvPr/>
        </p:nvSpPr>
        <p:spPr>
          <a:xfrm>
            <a:off x="394335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A9B2CD-26BA-421F-9D42-DC28FB3E7A32}"/>
              </a:ext>
            </a:extLst>
          </p:cNvPr>
          <p:cNvSpPr>
            <a:spLocks noGrp="1"/>
          </p:cNvSpPr>
          <p:nvPr/>
        </p:nvSpPr>
        <p:spPr>
          <a:xfrm>
            <a:off x="1554480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FBF30B-7D70-4AD3-9DA7-668EAA80A0ED}"/>
              </a:ext>
            </a:extLst>
          </p:cNvPr>
          <p:cNvSpPr>
            <a:spLocks noGrp="1"/>
          </p:cNvSpPr>
          <p:nvPr/>
        </p:nvSpPr>
        <p:spPr>
          <a:xfrm>
            <a:off x="1617345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5E9F6C-4C01-4E55-A716-9CC1DB3FFD9B}"/>
              </a:ext>
            </a:extLst>
          </p:cNvPr>
          <p:cNvSpPr>
            <a:spLocks noGrp="1"/>
          </p:cNvSpPr>
          <p:nvPr/>
        </p:nvSpPr>
        <p:spPr>
          <a:xfrm>
            <a:off x="1611630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2F1672E-896F-4978-8FEC-52EC60C35978}"/>
              </a:ext>
            </a:extLst>
          </p:cNvPr>
          <p:cNvSpPr>
            <a:spLocks noGrp="1"/>
          </p:cNvSpPr>
          <p:nvPr/>
        </p:nvSpPr>
        <p:spPr>
          <a:xfrm>
            <a:off x="1611630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8DA40F-0623-407F-81BB-411FB896D6BD}"/>
              </a:ext>
            </a:extLst>
          </p:cNvPr>
          <p:cNvSpPr>
            <a:spLocks noGrp="1"/>
          </p:cNvSpPr>
          <p:nvPr/>
        </p:nvSpPr>
        <p:spPr>
          <a:xfrm>
            <a:off x="277177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8A2624-6A23-45EC-AA2D-9DDEC999BCBC}"/>
              </a:ext>
            </a:extLst>
          </p:cNvPr>
          <p:cNvSpPr>
            <a:spLocks noGrp="1"/>
          </p:cNvSpPr>
          <p:nvPr/>
        </p:nvSpPr>
        <p:spPr>
          <a:xfrm>
            <a:off x="2834640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2月3日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320C657-B167-4BFC-B2A4-4749C6080027}"/>
              </a:ext>
            </a:extLst>
          </p:cNvPr>
          <p:cNvSpPr>
            <a:spLocks noGrp="1"/>
          </p:cNvSpPr>
          <p:nvPr/>
        </p:nvSpPr>
        <p:spPr>
          <a:xfrm>
            <a:off x="2828925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4.52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1977CE-C3C9-4D17-A386-56CBB2751E2A}"/>
              </a:ext>
            </a:extLst>
          </p:cNvPr>
          <p:cNvSpPr>
            <a:spLocks noGrp="1"/>
          </p:cNvSpPr>
          <p:nvPr/>
        </p:nvSpPr>
        <p:spPr>
          <a:xfrm>
            <a:off x="2828925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AAAA04-A8CC-4CB3-8448-CA7A4FAD46C4}"/>
              </a:ext>
            </a:extLst>
          </p:cNvPr>
          <p:cNvSpPr>
            <a:spLocks noGrp="1"/>
          </p:cNvSpPr>
          <p:nvPr/>
        </p:nvSpPr>
        <p:spPr>
          <a:xfrm>
            <a:off x="3989070" y="16173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96CB54-0CD6-495D-A20C-88F2EC37662E}"/>
              </a:ext>
            </a:extLst>
          </p:cNvPr>
          <p:cNvSpPr>
            <a:spLocks noGrp="1"/>
          </p:cNvSpPr>
          <p:nvPr/>
        </p:nvSpPr>
        <p:spPr>
          <a:xfrm>
            <a:off x="4051935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2月4日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961B47-B528-47CA-9CEE-9E563ED58B0A}"/>
              </a:ext>
            </a:extLst>
          </p:cNvPr>
          <p:cNvSpPr>
            <a:spLocks noGrp="1"/>
          </p:cNvSpPr>
          <p:nvPr/>
        </p:nvSpPr>
        <p:spPr>
          <a:xfrm>
            <a:off x="4040505" y="1857375"/>
            <a:ext cx="106870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4.12 → 2.49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E72D03-8BC6-4A9D-A95A-2536BECDB3DF}"/>
              </a:ext>
            </a:extLst>
          </p:cNvPr>
          <p:cNvSpPr>
            <a:spLocks noGrp="1"/>
          </p:cNvSpPr>
          <p:nvPr/>
        </p:nvSpPr>
        <p:spPr>
          <a:xfrm>
            <a:off x="4046220" y="2068830"/>
            <a:ext cx="1057275" cy="131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第1轮 · 24 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A462349-ADD8-479F-980E-45E490B666C6}"/>
              </a:ext>
            </a:extLst>
          </p:cNvPr>
          <p:cNvSpPr>
            <a:spLocks noGrp="1"/>
          </p:cNvSpPr>
          <p:nvPr/>
        </p:nvSpPr>
        <p:spPr>
          <a:xfrm>
            <a:off x="520636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CFBC2D-EE38-4C62-927F-16A9BDCAC20D}"/>
              </a:ext>
            </a:extLst>
          </p:cNvPr>
          <p:cNvSpPr>
            <a:spLocks noGrp="1"/>
          </p:cNvSpPr>
          <p:nvPr/>
        </p:nvSpPr>
        <p:spPr>
          <a:xfrm>
            <a:off x="5269230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2月5日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34667E-2EB1-490B-B359-78DD7D6FD78D}"/>
              </a:ext>
            </a:extLst>
          </p:cNvPr>
          <p:cNvSpPr>
            <a:spLocks noGrp="1"/>
          </p:cNvSpPr>
          <p:nvPr/>
        </p:nvSpPr>
        <p:spPr>
          <a:xfrm>
            <a:off x="5263515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4.61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39C545-8DB7-4C5C-A7D5-2AD64757EB87}"/>
              </a:ext>
            </a:extLst>
          </p:cNvPr>
          <p:cNvSpPr>
            <a:spLocks noGrp="1"/>
          </p:cNvSpPr>
          <p:nvPr/>
        </p:nvSpPr>
        <p:spPr>
          <a:xfrm>
            <a:off x="5263515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B0E727-AD8A-43C4-B4C7-EF348DF1EFAB}"/>
              </a:ext>
            </a:extLst>
          </p:cNvPr>
          <p:cNvSpPr>
            <a:spLocks noGrp="1"/>
          </p:cNvSpPr>
          <p:nvPr/>
        </p:nvSpPr>
        <p:spPr>
          <a:xfrm>
            <a:off x="6423660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76E342C-9D99-4350-BA91-0031A772374F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2月6日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91D223F-9098-4484-A270-AB03B323A401}"/>
              </a:ext>
            </a:extLst>
          </p:cNvPr>
          <p:cNvSpPr>
            <a:spLocks noGrp="1"/>
          </p:cNvSpPr>
          <p:nvPr/>
        </p:nvSpPr>
        <p:spPr>
          <a:xfrm>
            <a:off x="6480810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5.24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B360BD-743D-4E95-B80E-369A3156CAF0}"/>
              </a:ext>
            </a:extLst>
          </p:cNvPr>
          <p:cNvSpPr>
            <a:spLocks noGrp="1"/>
          </p:cNvSpPr>
          <p:nvPr/>
        </p:nvSpPr>
        <p:spPr>
          <a:xfrm>
            <a:off x="6480810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8845FB-5F9C-46F1-A82B-7CA3A3EE13E1}"/>
              </a:ext>
            </a:extLst>
          </p:cNvPr>
          <p:cNvSpPr>
            <a:spLocks noGrp="1"/>
          </p:cNvSpPr>
          <p:nvPr/>
        </p:nvSpPr>
        <p:spPr>
          <a:xfrm>
            <a:off x="7640955" y="16173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F7F32C-3388-4963-93A7-837B99FACCC8}"/>
              </a:ext>
            </a:extLst>
          </p:cNvPr>
          <p:cNvSpPr>
            <a:spLocks noGrp="1"/>
          </p:cNvSpPr>
          <p:nvPr/>
        </p:nvSpPr>
        <p:spPr>
          <a:xfrm>
            <a:off x="7703820" y="16573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2月7日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B274C3E-7A4F-4695-A8B3-1A19976114E3}"/>
              </a:ext>
            </a:extLst>
          </p:cNvPr>
          <p:cNvSpPr>
            <a:spLocks noGrp="1"/>
          </p:cNvSpPr>
          <p:nvPr/>
        </p:nvSpPr>
        <p:spPr>
          <a:xfrm>
            <a:off x="7698105" y="18630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5.36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B753F8C-DB74-4E17-91AD-9D3B64377D3E}"/>
              </a:ext>
            </a:extLst>
          </p:cNvPr>
          <p:cNvSpPr>
            <a:spLocks noGrp="1"/>
          </p:cNvSpPr>
          <p:nvPr/>
        </p:nvSpPr>
        <p:spPr>
          <a:xfrm>
            <a:off x="7698105" y="20688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949AF2-C321-48DA-BDE2-36372AAF5753}"/>
              </a:ext>
            </a:extLst>
          </p:cNvPr>
          <p:cNvSpPr>
            <a:spLocks noGrp="1"/>
          </p:cNvSpPr>
          <p:nvPr/>
        </p:nvSpPr>
        <p:spPr>
          <a:xfrm>
            <a:off x="337185" y="23031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0ED5D0A-A68A-4569-8E66-59BB24080337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2月8日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500B64-55AA-46DE-87D7-1A72D5AF5CC2}"/>
              </a:ext>
            </a:extLst>
          </p:cNvPr>
          <p:cNvSpPr>
            <a:spLocks noGrp="1"/>
          </p:cNvSpPr>
          <p:nvPr/>
        </p:nvSpPr>
        <p:spPr>
          <a:xfrm>
            <a:off x="388620" y="2543175"/>
            <a:ext cx="106870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5.33 → 2.69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97BE56A-FE90-4406-8DF8-8EC04EB87A6B}"/>
              </a:ext>
            </a:extLst>
          </p:cNvPr>
          <p:cNvSpPr>
            <a:spLocks noGrp="1"/>
          </p:cNvSpPr>
          <p:nvPr/>
        </p:nvSpPr>
        <p:spPr>
          <a:xfrm>
            <a:off x="394335" y="2754630"/>
            <a:ext cx="1057275" cy="131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第1轮 · 24 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81E30B4-1027-4D36-8923-9B04F135D714}"/>
              </a:ext>
            </a:extLst>
          </p:cNvPr>
          <p:cNvSpPr>
            <a:spLocks noGrp="1"/>
          </p:cNvSpPr>
          <p:nvPr/>
        </p:nvSpPr>
        <p:spPr>
          <a:xfrm>
            <a:off x="155448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FF38723-3F1B-4DFB-A675-69A4DCC9DAE9}"/>
              </a:ext>
            </a:extLst>
          </p:cNvPr>
          <p:cNvSpPr>
            <a:spLocks noGrp="1"/>
          </p:cNvSpPr>
          <p:nvPr/>
        </p:nvSpPr>
        <p:spPr>
          <a:xfrm>
            <a:off x="1617345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2月9日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5811197-9EF6-4FA6-AF7A-5334AD2FF521}"/>
              </a:ext>
            </a:extLst>
          </p:cNvPr>
          <p:cNvSpPr>
            <a:spLocks noGrp="1"/>
          </p:cNvSpPr>
          <p:nvPr/>
        </p:nvSpPr>
        <p:spPr>
          <a:xfrm>
            <a:off x="1611630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5.20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5452330-7052-4F61-8DCC-F6598C165A75}"/>
              </a:ext>
            </a:extLst>
          </p:cNvPr>
          <p:cNvSpPr>
            <a:spLocks noGrp="1"/>
          </p:cNvSpPr>
          <p:nvPr/>
        </p:nvSpPr>
        <p:spPr>
          <a:xfrm>
            <a:off x="1611630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795DB23-358C-4D18-9F9E-40340A1AF1E5}"/>
              </a:ext>
            </a:extLst>
          </p:cNvPr>
          <p:cNvSpPr>
            <a:spLocks noGrp="1"/>
          </p:cNvSpPr>
          <p:nvPr/>
        </p:nvSpPr>
        <p:spPr>
          <a:xfrm>
            <a:off x="2771775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9706889-676F-4FC0-AF58-B60060416B7A}"/>
              </a:ext>
            </a:extLst>
          </p:cNvPr>
          <p:cNvSpPr>
            <a:spLocks noGrp="1"/>
          </p:cNvSpPr>
          <p:nvPr/>
        </p:nvSpPr>
        <p:spPr>
          <a:xfrm>
            <a:off x="2834640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2月10日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92D7600-624C-4EE4-A243-6386FFE1D061}"/>
              </a:ext>
            </a:extLst>
          </p:cNvPr>
          <p:cNvSpPr>
            <a:spLocks noGrp="1"/>
          </p:cNvSpPr>
          <p:nvPr/>
        </p:nvSpPr>
        <p:spPr>
          <a:xfrm>
            <a:off x="2828925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4.57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31F3B29-BBAE-49B0-B485-21A01F57E2F0}"/>
              </a:ext>
            </a:extLst>
          </p:cNvPr>
          <p:cNvSpPr>
            <a:spLocks noGrp="1"/>
          </p:cNvSpPr>
          <p:nvPr/>
        </p:nvSpPr>
        <p:spPr>
          <a:xfrm>
            <a:off x="2828925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1A0E03C-8EDA-4E98-97F5-6CC9C19160DF}"/>
              </a:ext>
            </a:extLst>
          </p:cNvPr>
          <p:cNvSpPr>
            <a:spLocks noGrp="1"/>
          </p:cNvSpPr>
          <p:nvPr/>
        </p:nvSpPr>
        <p:spPr>
          <a:xfrm>
            <a:off x="398907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7DC2EE-4ADC-4533-9AA8-85FAEE1386AC}"/>
              </a:ext>
            </a:extLst>
          </p:cNvPr>
          <p:cNvSpPr>
            <a:spLocks noGrp="1"/>
          </p:cNvSpPr>
          <p:nvPr/>
        </p:nvSpPr>
        <p:spPr>
          <a:xfrm>
            <a:off x="4051935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2月11日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96A42E0-9573-46B4-94D0-223DBF30D795}"/>
              </a:ext>
            </a:extLst>
          </p:cNvPr>
          <p:cNvSpPr>
            <a:spLocks noGrp="1"/>
          </p:cNvSpPr>
          <p:nvPr/>
        </p:nvSpPr>
        <p:spPr>
          <a:xfrm>
            <a:off x="4046220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4.54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7F9E0C8-187A-48EC-8FDC-6CBB7061F5E5}"/>
              </a:ext>
            </a:extLst>
          </p:cNvPr>
          <p:cNvSpPr>
            <a:spLocks noGrp="1"/>
          </p:cNvSpPr>
          <p:nvPr/>
        </p:nvSpPr>
        <p:spPr>
          <a:xfrm>
            <a:off x="4046220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61F294D-AB09-405A-8C3E-60DE388CC17A}"/>
              </a:ext>
            </a:extLst>
          </p:cNvPr>
          <p:cNvSpPr>
            <a:spLocks noGrp="1"/>
          </p:cNvSpPr>
          <p:nvPr/>
        </p:nvSpPr>
        <p:spPr>
          <a:xfrm>
            <a:off x="5206365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935E3AE-9C54-4656-89F1-0F65A73D2181}"/>
              </a:ext>
            </a:extLst>
          </p:cNvPr>
          <p:cNvSpPr>
            <a:spLocks noGrp="1"/>
          </p:cNvSpPr>
          <p:nvPr/>
        </p:nvSpPr>
        <p:spPr>
          <a:xfrm>
            <a:off x="5269230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2月12日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BFA066B-FABD-41FD-BF19-53347B82BEE4}"/>
              </a:ext>
            </a:extLst>
          </p:cNvPr>
          <p:cNvSpPr>
            <a:spLocks noGrp="1"/>
          </p:cNvSpPr>
          <p:nvPr/>
        </p:nvSpPr>
        <p:spPr>
          <a:xfrm>
            <a:off x="5263515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4.54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384D9D8-FA97-405E-9761-0AAFBA15ECE5}"/>
              </a:ext>
            </a:extLst>
          </p:cNvPr>
          <p:cNvSpPr>
            <a:spLocks noGrp="1"/>
          </p:cNvSpPr>
          <p:nvPr/>
        </p:nvSpPr>
        <p:spPr>
          <a:xfrm>
            <a:off x="5263515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FDE0E0F-FF69-4EC6-8BFC-A1F87D7C2722}"/>
              </a:ext>
            </a:extLst>
          </p:cNvPr>
          <p:cNvSpPr>
            <a:spLocks noGrp="1"/>
          </p:cNvSpPr>
          <p:nvPr/>
        </p:nvSpPr>
        <p:spPr>
          <a:xfrm>
            <a:off x="6423660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2BCD5E6-3E57-4E17-A5AD-3839A2CE3A2B}"/>
              </a:ext>
            </a:extLst>
          </p:cNvPr>
          <p:cNvSpPr>
            <a:spLocks noGrp="1"/>
          </p:cNvSpPr>
          <p:nvPr/>
        </p:nvSpPr>
        <p:spPr>
          <a:xfrm>
            <a:off x="6486525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2月13日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0EA26B6-438C-4355-90B8-10154719A16B}"/>
              </a:ext>
            </a:extLst>
          </p:cNvPr>
          <p:cNvSpPr>
            <a:spLocks noGrp="1"/>
          </p:cNvSpPr>
          <p:nvPr/>
        </p:nvSpPr>
        <p:spPr>
          <a:xfrm>
            <a:off x="6480810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4.52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168B5A9-FBBA-459D-BBCC-B9175C79574A}"/>
              </a:ext>
            </a:extLst>
          </p:cNvPr>
          <p:cNvSpPr>
            <a:spLocks noGrp="1"/>
          </p:cNvSpPr>
          <p:nvPr/>
        </p:nvSpPr>
        <p:spPr>
          <a:xfrm>
            <a:off x="6480810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A60145A-444D-414F-B024-0C50207D4430}"/>
              </a:ext>
            </a:extLst>
          </p:cNvPr>
          <p:cNvSpPr>
            <a:spLocks noGrp="1"/>
          </p:cNvSpPr>
          <p:nvPr/>
        </p:nvSpPr>
        <p:spPr>
          <a:xfrm>
            <a:off x="7640955" y="23031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BBE8F2B-CAF9-48EB-8457-89F502862689}"/>
              </a:ext>
            </a:extLst>
          </p:cNvPr>
          <p:cNvSpPr>
            <a:spLocks noGrp="1"/>
          </p:cNvSpPr>
          <p:nvPr/>
        </p:nvSpPr>
        <p:spPr>
          <a:xfrm>
            <a:off x="7703820" y="23431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2月14日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6B6334F-642E-44F6-B006-D67E066738AB}"/>
              </a:ext>
            </a:extLst>
          </p:cNvPr>
          <p:cNvSpPr>
            <a:spLocks noGrp="1"/>
          </p:cNvSpPr>
          <p:nvPr/>
        </p:nvSpPr>
        <p:spPr>
          <a:xfrm>
            <a:off x="7698105" y="25488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5.10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DC82E89-A073-4AE9-9265-EB85AD6769CB}"/>
              </a:ext>
            </a:extLst>
          </p:cNvPr>
          <p:cNvSpPr>
            <a:spLocks noGrp="1"/>
          </p:cNvSpPr>
          <p:nvPr/>
        </p:nvSpPr>
        <p:spPr>
          <a:xfrm>
            <a:off x="7698105" y="27546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BA7A124-D523-400F-81C9-C19169977CE2}"/>
              </a:ext>
            </a:extLst>
          </p:cNvPr>
          <p:cNvSpPr>
            <a:spLocks noGrp="1"/>
          </p:cNvSpPr>
          <p:nvPr/>
        </p:nvSpPr>
        <p:spPr>
          <a:xfrm>
            <a:off x="33718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2DE5E3A-31DB-4DC7-B615-59B82778126F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2月15日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C73D7FB-2266-4873-8A7D-525116022EAA}"/>
              </a:ext>
            </a:extLst>
          </p:cNvPr>
          <p:cNvSpPr>
            <a:spLocks noGrp="1"/>
          </p:cNvSpPr>
          <p:nvPr/>
        </p:nvSpPr>
        <p:spPr>
          <a:xfrm>
            <a:off x="394335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5.09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AFDABE2-26B9-4BB0-AFAB-4035E1CDF62A}"/>
              </a:ext>
            </a:extLst>
          </p:cNvPr>
          <p:cNvSpPr>
            <a:spLocks noGrp="1"/>
          </p:cNvSpPr>
          <p:nvPr/>
        </p:nvSpPr>
        <p:spPr>
          <a:xfrm>
            <a:off x="394335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C6B7D94-168E-49BF-9D9A-23CCFD16C4BA}"/>
              </a:ext>
            </a:extLst>
          </p:cNvPr>
          <p:cNvSpPr>
            <a:spLocks noGrp="1"/>
          </p:cNvSpPr>
          <p:nvPr/>
        </p:nvSpPr>
        <p:spPr>
          <a:xfrm>
            <a:off x="1554480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6FAE122-B118-4697-83EA-EC12803DDE08}"/>
              </a:ext>
            </a:extLst>
          </p:cNvPr>
          <p:cNvSpPr>
            <a:spLocks noGrp="1"/>
          </p:cNvSpPr>
          <p:nvPr/>
        </p:nvSpPr>
        <p:spPr>
          <a:xfrm>
            <a:off x="1617345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2月16日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F2EF5D7-46D8-4B44-8841-46568AC6A9B7}"/>
              </a:ext>
            </a:extLst>
          </p:cNvPr>
          <p:cNvSpPr>
            <a:spLocks noGrp="1"/>
          </p:cNvSpPr>
          <p:nvPr/>
        </p:nvSpPr>
        <p:spPr>
          <a:xfrm>
            <a:off x="1611630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5.18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78E1AFE-9AF3-4233-9413-83779C472CD6}"/>
              </a:ext>
            </a:extLst>
          </p:cNvPr>
          <p:cNvSpPr>
            <a:spLocks noGrp="1"/>
          </p:cNvSpPr>
          <p:nvPr/>
        </p:nvSpPr>
        <p:spPr>
          <a:xfrm>
            <a:off x="1611630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7F77CB4-ADB6-45D3-8F00-608D966AC3BE}"/>
              </a:ext>
            </a:extLst>
          </p:cNvPr>
          <p:cNvSpPr>
            <a:spLocks noGrp="1"/>
          </p:cNvSpPr>
          <p:nvPr/>
        </p:nvSpPr>
        <p:spPr>
          <a:xfrm>
            <a:off x="277177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32C988A-754B-481F-9FAF-2160F3DB7B59}"/>
              </a:ext>
            </a:extLst>
          </p:cNvPr>
          <p:cNvSpPr>
            <a:spLocks noGrp="1"/>
          </p:cNvSpPr>
          <p:nvPr/>
        </p:nvSpPr>
        <p:spPr>
          <a:xfrm>
            <a:off x="2834640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2月17日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01BBB65-8145-4B2E-8F9E-4DB6471DCE5B}"/>
              </a:ext>
            </a:extLst>
          </p:cNvPr>
          <p:cNvSpPr>
            <a:spLocks noGrp="1"/>
          </p:cNvSpPr>
          <p:nvPr/>
        </p:nvSpPr>
        <p:spPr>
          <a:xfrm>
            <a:off x="2828925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4.78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339F2FD-690C-475A-AD84-92473806CAF7}"/>
              </a:ext>
            </a:extLst>
          </p:cNvPr>
          <p:cNvSpPr>
            <a:spLocks noGrp="1"/>
          </p:cNvSpPr>
          <p:nvPr/>
        </p:nvSpPr>
        <p:spPr>
          <a:xfrm>
            <a:off x="2828925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3602B12-B99E-4F59-BBDC-A896383F8946}"/>
              </a:ext>
            </a:extLst>
          </p:cNvPr>
          <p:cNvSpPr>
            <a:spLocks noGrp="1"/>
          </p:cNvSpPr>
          <p:nvPr/>
        </p:nvSpPr>
        <p:spPr>
          <a:xfrm>
            <a:off x="3989070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5B2CB3C-CD29-4F56-A55E-44FB5C725692}"/>
              </a:ext>
            </a:extLst>
          </p:cNvPr>
          <p:cNvSpPr>
            <a:spLocks noGrp="1"/>
          </p:cNvSpPr>
          <p:nvPr/>
        </p:nvSpPr>
        <p:spPr>
          <a:xfrm>
            <a:off x="4051935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2月18日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55AB7D6-4BEC-4F47-AC4C-635C856F4CA3}"/>
              </a:ext>
            </a:extLst>
          </p:cNvPr>
          <p:cNvSpPr>
            <a:spLocks noGrp="1"/>
          </p:cNvSpPr>
          <p:nvPr/>
        </p:nvSpPr>
        <p:spPr>
          <a:xfrm>
            <a:off x="4046220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3.89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3E9EBC9-0790-4DD2-A709-81D4EEE85D18}"/>
              </a:ext>
            </a:extLst>
          </p:cNvPr>
          <p:cNvSpPr>
            <a:spLocks noGrp="1"/>
          </p:cNvSpPr>
          <p:nvPr/>
        </p:nvSpPr>
        <p:spPr>
          <a:xfrm>
            <a:off x="4046220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EB39AE7-6BEE-4299-BF22-D2E70B484D19}"/>
              </a:ext>
            </a:extLst>
          </p:cNvPr>
          <p:cNvSpPr>
            <a:spLocks noGrp="1"/>
          </p:cNvSpPr>
          <p:nvPr/>
        </p:nvSpPr>
        <p:spPr>
          <a:xfrm>
            <a:off x="520636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C457C5F-1D54-4CB2-8335-CFBB47CD25DA}"/>
              </a:ext>
            </a:extLst>
          </p:cNvPr>
          <p:cNvSpPr>
            <a:spLocks noGrp="1"/>
          </p:cNvSpPr>
          <p:nvPr/>
        </p:nvSpPr>
        <p:spPr>
          <a:xfrm>
            <a:off x="5269230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2月19日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5DA989F-3102-4331-818A-1CCD84679C04}"/>
              </a:ext>
            </a:extLst>
          </p:cNvPr>
          <p:cNvSpPr>
            <a:spLocks noGrp="1"/>
          </p:cNvSpPr>
          <p:nvPr/>
        </p:nvSpPr>
        <p:spPr>
          <a:xfrm>
            <a:off x="5263515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5.04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746DF74-EE5C-4DE3-869F-E0A7B7AA33FA}"/>
              </a:ext>
            </a:extLst>
          </p:cNvPr>
          <p:cNvSpPr>
            <a:spLocks noGrp="1"/>
          </p:cNvSpPr>
          <p:nvPr/>
        </p:nvSpPr>
        <p:spPr>
          <a:xfrm>
            <a:off x="5263515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2096F62-4E06-4D26-A6B3-18B33EBD4E1E}"/>
              </a:ext>
            </a:extLst>
          </p:cNvPr>
          <p:cNvSpPr>
            <a:spLocks noGrp="1"/>
          </p:cNvSpPr>
          <p:nvPr/>
        </p:nvSpPr>
        <p:spPr>
          <a:xfrm>
            <a:off x="6423660" y="2988945"/>
            <a:ext cx="1171575" cy="628650"/>
          </a:xfrm>
          <a:prstGeom prst="rect">
            <a:avLst/>
          </a:prstGeom>
          <a:solidFill>
            <a:srgbClr val="FFF0EC"/>
          </a:solidFill>
          <a:ln w="9525">
            <a:solidFill>
              <a:srgbClr val="BF2C23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F9A5289-6747-4267-9DCA-ABAF34F51DA1}"/>
              </a:ext>
            </a:extLst>
          </p:cNvPr>
          <p:cNvSpPr>
            <a:spLocks noGrp="1"/>
          </p:cNvSpPr>
          <p:nvPr/>
        </p:nvSpPr>
        <p:spPr>
          <a:xfrm>
            <a:off x="6486525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2月20日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891B3A4-F518-487D-96DD-F0CD171AA493}"/>
              </a:ext>
            </a:extLst>
          </p:cNvPr>
          <p:cNvSpPr>
            <a:spLocks noGrp="1"/>
          </p:cNvSpPr>
          <p:nvPr/>
        </p:nvSpPr>
        <p:spPr>
          <a:xfrm>
            <a:off x="6475095" y="3228975"/>
            <a:ext cx="1068705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/>
              <a:t>5.42 → 2.05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41404F6D-791C-459A-96B5-F898C2E6D067}"/>
              </a:ext>
            </a:extLst>
          </p:cNvPr>
          <p:cNvSpPr>
            <a:spLocks noGrp="1"/>
          </p:cNvSpPr>
          <p:nvPr/>
        </p:nvSpPr>
        <p:spPr>
          <a:xfrm>
            <a:off x="6480810" y="3440430"/>
            <a:ext cx="1057275" cy="1314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BF2C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第2轮 · 24 h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A86F713-B226-476D-BA35-E2F185551EFE}"/>
              </a:ext>
            </a:extLst>
          </p:cNvPr>
          <p:cNvSpPr>
            <a:spLocks noGrp="1"/>
          </p:cNvSpPr>
          <p:nvPr/>
        </p:nvSpPr>
        <p:spPr>
          <a:xfrm>
            <a:off x="7640955" y="29889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EF7C0EB-3091-49F0-893E-36D76A6EE894}"/>
              </a:ext>
            </a:extLst>
          </p:cNvPr>
          <p:cNvSpPr>
            <a:spLocks noGrp="1"/>
          </p:cNvSpPr>
          <p:nvPr/>
        </p:nvSpPr>
        <p:spPr>
          <a:xfrm>
            <a:off x="7703820" y="30289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2月21日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860EC90F-7909-47C8-BB42-8DE29C3736C0}"/>
              </a:ext>
            </a:extLst>
          </p:cNvPr>
          <p:cNvSpPr>
            <a:spLocks noGrp="1"/>
          </p:cNvSpPr>
          <p:nvPr/>
        </p:nvSpPr>
        <p:spPr>
          <a:xfrm>
            <a:off x="7698105" y="32346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5.50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B3ED072-F197-45D2-B188-C325EC94CFCE}"/>
              </a:ext>
            </a:extLst>
          </p:cNvPr>
          <p:cNvSpPr>
            <a:spLocks noGrp="1"/>
          </p:cNvSpPr>
          <p:nvPr/>
        </p:nvSpPr>
        <p:spPr>
          <a:xfrm>
            <a:off x="7698105" y="34404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0F740773-A8C0-4DDC-AF7A-732F9E7CCA01}"/>
              </a:ext>
            </a:extLst>
          </p:cNvPr>
          <p:cNvSpPr>
            <a:spLocks noGrp="1"/>
          </p:cNvSpPr>
          <p:nvPr/>
        </p:nvSpPr>
        <p:spPr>
          <a:xfrm>
            <a:off x="33718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619B744-94BD-4012-A8F3-3E076A142CFB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2月22日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58E9A26D-D9D4-4701-AAD8-4183AC59D6F5}"/>
              </a:ext>
            </a:extLst>
          </p:cNvPr>
          <p:cNvSpPr>
            <a:spLocks noGrp="1"/>
          </p:cNvSpPr>
          <p:nvPr/>
        </p:nvSpPr>
        <p:spPr>
          <a:xfrm>
            <a:off x="394335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4.11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AF99B52-2D9B-4FE4-B0A6-22A399FB033A}"/>
              </a:ext>
            </a:extLst>
          </p:cNvPr>
          <p:cNvSpPr>
            <a:spLocks noGrp="1"/>
          </p:cNvSpPr>
          <p:nvPr/>
        </p:nvSpPr>
        <p:spPr>
          <a:xfrm>
            <a:off x="394335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6418054-FA43-44B0-964D-49E0F7D73CF9}"/>
              </a:ext>
            </a:extLst>
          </p:cNvPr>
          <p:cNvSpPr>
            <a:spLocks noGrp="1"/>
          </p:cNvSpPr>
          <p:nvPr/>
        </p:nvSpPr>
        <p:spPr>
          <a:xfrm>
            <a:off x="155448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C82D240-7C40-46A9-B906-9FF9600F37FB}"/>
              </a:ext>
            </a:extLst>
          </p:cNvPr>
          <p:cNvSpPr>
            <a:spLocks noGrp="1"/>
          </p:cNvSpPr>
          <p:nvPr/>
        </p:nvSpPr>
        <p:spPr>
          <a:xfrm>
            <a:off x="1617345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2月23日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3F505D0-760F-49D4-ABA6-9CE7FC417DFE}"/>
              </a:ext>
            </a:extLst>
          </p:cNvPr>
          <p:cNvSpPr>
            <a:spLocks noGrp="1"/>
          </p:cNvSpPr>
          <p:nvPr/>
        </p:nvSpPr>
        <p:spPr>
          <a:xfrm>
            <a:off x="1611630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4.47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B655D16-E17E-4E4A-9E47-9131A74BE330}"/>
              </a:ext>
            </a:extLst>
          </p:cNvPr>
          <p:cNvSpPr>
            <a:spLocks noGrp="1"/>
          </p:cNvSpPr>
          <p:nvPr/>
        </p:nvSpPr>
        <p:spPr>
          <a:xfrm>
            <a:off x="1611630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E8FB7DF-17B5-4610-9BF4-4AD5D0A4DF59}"/>
              </a:ext>
            </a:extLst>
          </p:cNvPr>
          <p:cNvSpPr>
            <a:spLocks noGrp="1"/>
          </p:cNvSpPr>
          <p:nvPr/>
        </p:nvSpPr>
        <p:spPr>
          <a:xfrm>
            <a:off x="277177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1BFB25B1-54F5-470B-84CC-C8B60AD8D76A}"/>
              </a:ext>
            </a:extLst>
          </p:cNvPr>
          <p:cNvSpPr>
            <a:spLocks noGrp="1"/>
          </p:cNvSpPr>
          <p:nvPr/>
        </p:nvSpPr>
        <p:spPr>
          <a:xfrm>
            <a:off x="2834640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2月24日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B1005BD-BB4E-445A-A178-C1158E8CE29B}"/>
              </a:ext>
            </a:extLst>
          </p:cNvPr>
          <p:cNvSpPr>
            <a:spLocks noGrp="1"/>
          </p:cNvSpPr>
          <p:nvPr/>
        </p:nvSpPr>
        <p:spPr>
          <a:xfrm>
            <a:off x="2828925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3.22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D6B61A0-31DD-42F3-BF77-8D2D2EA19CCE}"/>
              </a:ext>
            </a:extLst>
          </p:cNvPr>
          <p:cNvSpPr>
            <a:spLocks noGrp="1"/>
          </p:cNvSpPr>
          <p:nvPr/>
        </p:nvSpPr>
        <p:spPr>
          <a:xfrm>
            <a:off x="2828925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74A2FEED-08B4-4458-A38E-DA651C880ED1}"/>
              </a:ext>
            </a:extLst>
          </p:cNvPr>
          <p:cNvSpPr>
            <a:spLocks noGrp="1"/>
          </p:cNvSpPr>
          <p:nvPr/>
        </p:nvSpPr>
        <p:spPr>
          <a:xfrm>
            <a:off x="398907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74EAA1E-D83A-4B8B-90FB-990FA6D781E3}"/>
              </a:ext>
            </a:extLst>
          </p:cNvPr>
          <p:cNvSpPr>
            <a:spLocks noGrp="1"/>
          </p:cNvSpPr>
          <p:nvPr/>
        </p:nvSpPr>
        <p:spPr>
          <a:xfrm>
            <a:off x="4051935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2月25日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70DE561-ECE7-4675-8423-B04460B508F9}"/>
              </a:ext>
            </a:extLst>
          </p:cNvPr>
          <p:cNvSpPr>
            <a:spLocks noGrp="1"/>
          </p:cNvSpPr>
          <p:nvPr/>
        </p:nvSpPr>
        <p:spPr>
          <a:xfrm>
            <a:off x="4046220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3.74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1C89C230-387F-44F1-98C7-B7E61990450D}"/>
              </a:ext>
            </a:extLst>
          </p:cNvPr>
          <p:cNvSpPr>
            <a:spLocks noGrp="1"/>
          </p:cNvSpPr>
          <p:nvPr/>
        </p:nvSpPr>
        <p:spPr>
          <a:xfrm>
            <a:off x="4046220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9FCDDC6E-EC45-432C-9055-E2E56FFE821C}"/>
              </a:ext>
            </a:extLst>
          </p:cNvPr>
          <p:cNvSpPr>
            <a:spLocks noGrp="1"/>
          </p:cNvSpPr>
          <p:nvPr/>
        </p:nvSpPr>
        <p:spPr>
          <a:xfrm>
            <a:off x="520636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EACAF6F-4AA1-4EF5-B211-2524686DB2D1}"/>
              </a:ext>
            </a:extLst>
          </p:cNvPr>
          <p:cNvSpPr>
            <a:spLocks noGrp="1"/>
          </p:cNvSpPr>
          <p:nvPr/>
        </p:nvSpPr>
        <p:spPr>
          <a:xfrm>
            <a:off x="5269230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2月26日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8208658D-7F4B-43C6-B02A-F3CF8B1BE9E1}"/>
              </a:ext>
            </a:extLst>
          </p:cNvPr>
          <p:cNvSpPr>
            <a:spLocks noGrp="1"/>
          </p:cNvSpPr>
          <p:nvPr/>
        </p:nvSpPr>
        <p:spPr>
          <a:xfrm>
            <a:off x="5263515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4.62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A9C36B2-7844-4871-91F1-260F8AADA908}"/>
              </a:ext>
            </a:extLst>
          </p:cNvPr>
          <p:cNvSpPr>
            <a:spLocks noGrp="1"/>
          </p:cNvSpPr>
          <p:nvPr/>
        </p:nvSpPr>
        <p:spPr>
          <a:xfrm>
            <a:off x="5263515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CA8C64C5-E5D3-4024-8DA6-02D95445192A}"/>
              </a:ext>
            </a:extLst>
          </p:cNvPr>
          <p:cNvSpPr>
            <a:spLocks noGrp="1"/>
          </p:cNvSpPr>
          <p:nvPr/>
        </p:nvSpPr>
        <p:spPr>
          <a:xfrm>
            <a:off x="6423660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144BEEB-E180-4869-B751-4B24D8FB000F}"/>
              </a:ext>
            </a:extLst>
          </p:cNvPr>
          <p:cNvSpPr>
            <a:spLocks noGrp="1"/>
          </p:cNvSpPr>
          <p:nvPr/>
        </p:nvSpPr>
        <p:spPr>
          <a:xfrm>
            <a:off x="6486525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2月27日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AE5952FE-A6D4-4531-B48E-3FEC4B4740CE}"/>
              </a:ext>
            </a:extLst>
          </p:cNvPr>
          <p:cNvSpPr>
            <a:spLocks noGrp="1"/>
          </p:cNvSpPr>
          <p:nvPr/>
        </p:nvSpPr>
        <p:spPr>
          <a:xfrm>
            <a:off x="6480810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5.44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2E67EA2-D624-442A-BCD8-BDAEB1ECCCE1}"/>
              </a:ext>
            </a:extLst>
          </p:cNvPr>
          <p:cNvSpPr>
            <a:spLocks noGrp="1"/>
          </p:cNvSpPr>
          <p:nvPr/>
        </p:nvSpPr>
        <p:spPr>
          <a:xfrm>
            <a:off x="6480810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CFC0E13-9B0B-43FA-8E88-DD5359BE0A06}"/>
              </a:ext>
            </a:extLst>
          </p:cNvPr>
          <p:cNvSpPr>
            <a:spLocks noGrp="1"/>
          </p:cNvSpPr>
          <p:nvPr/>
        </p:nvSpPr>
        <p:spPr>
          <a:xfrm>
            <a:off x="7640955" y="3674745"/>
            <a:ext cx="11715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A8B8CA"/>
            </a:solidFill>
            <a:prstDash val="solid"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D0DB22E-B93E-450E-8B73-D46B55E0A16D}"/>
              </a:ext>
            </a:extLst>
          </p:cNvPr>
          <p:cNvSpPr>
            <a:spLocks noGrp="1"/>
          </p:cNvSpPr>
          <p:nvPr/>
        </p:nvSpPr>
        <p:spPr>
          <a:xfrm>
            <a:off x="7703820" y="3714750"/>
            <a:ext cx="1045845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/>
              <a:t>2月28日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152A4482-A67E-4A34-A68C-EE3EC180EBE6}"/>
              </a:ext>
            </a:extLst>
          </p:cNvPr>
          <p:cNvSpPr>
            <a:spLocks noGrp="1"/>
          </p:cNvSpPr>
          <p:nvPr/>
        </p:nvSpPr>
        <p:spPr>
          <a:xfrm>
            <a:off x="7698105" y="3920490"/>
            <a:ext cx="10572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02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/>
              <a:t>5.40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9BE0065-F6AD-4759-8452-2CC2D3E2755E}"/>
              </a:ext>
            </a:extLst>
          </p:cNvPr>
          <p:cNvSpPr>
            <a:spLocks noGrp="1"/>
          </p:cNvSpPr>
          <p:nvPr/>
        </p:nvSpPr>
        <p:spPr>
          <a:xfrm>
            <a:off x="7698105" y="4126230"/>
            <a:ext cx="1057275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125" b="0">
                <a:solidFill>
                  <a:srgbClr val="5E6E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/>
              <a:t>保持原样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C91110A-EE26-4FD7-8674-A1131C95B81B}"/>
              </a:ext>
            </a:extLst>
          </p:cNvPr>
          <p:cNvSpPr>
            <a:spLocks noGrp="1"/>
          </p:cNvSpPr>
          <p:nvPr/>
        </p:nvSpPr>
        <p:spPr>
          <a:xfrm>
            <a:off x="342900" y="4440555"/>
            <a:ext cx="8343900" cy="2114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725" b="1">
                <a:solidFill>
                  <a:srgbClr val="153B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/>
              <a:t>单位：全天总辐照量 kWh/m²。2月4日与8日先插；第二轮2月20日再插。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824022E-7456-EF7E-F1CC-668ACF0004F7}"/>
              </a:ext>
            </a:extLst>
          </p:cNvPr>
          <p:cNvSpPr txBox="1"/>
          <p:nvPr/>
        </p:nvSpPr>
        <p:spPr>
          <a:xfrm>
            <a:off x="5468986" y="116407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单位</a:t>
            </a:r>
          </a:p>
        </p:txBody>
      </p:sp>
    </p:spTree>
    <p:extLst>
      <p:ext uri="{BB962C8B-B14F-4D97-AF65-F5344CB8AC3E}">
        <p14:creationId xmlns:p14="http://schemas.microsoft.com/office/powerpoint/2010/main" val="876228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95772-E434-78DE-9064-5F1E499F5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31CB000-3283-F8A6-8B76-ACBE3624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E005533-E624-628F-1E0F-BAC5B69D39C8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33B42A6-B749-6002-B51A-0C2F2846B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265773"/>
              </p:ext>
            </p:extLst>
          </p:nvPr>
        </p:nvGraphicFramePr>
        <p:xfrm>
          <a:off x="266611" y="1868152"/>
          <a:ext cx="2858031" cy="12801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78617">
                  <a:extLst>
                    <a:ext uri="{9D8B030D-6E8A-4147-A177-3AD203B41FA5}">
                      <a16:colId xmlns:a16="http://schemas.microsoft.com/office/drawing/2014/main" val="320127583"/>
                    </a:ext>
                  </a:extLst>
                </a:gridCol>
                <a:gridCol w="1579414">
                  <a:extLst>
                    <a:ext uri="{9D8B030D-6E8A-4147-A177-3AD203B41FA5}">
                      <a16:colId xmlns:a16="http://schemas.microsoft.com/office/drawing/2014/main" val="2103960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Wasserstein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前→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6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大风</a:t>
                      </a:r>
                      <a:r>
                        <a:rPr lang="zh-CN" altLang="en-US" sz="1200" dirty="0"/>
                        <a:t>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0.125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0.085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79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平均</a:t>
                      </a:r>
                      <a:r>
                        <a:rPr lang="zh-CN" sz="1200" dirty="0"/>
                        <a:t>风</a:t>
                      </a:r>
                      <a:r>
                        <a:rPr lang="zh-CN" altLang="en-US" sz="1200" dirty="0"/>
                        <a:t>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0.169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0.105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71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小风</a:t>
                      </a:r>
                      <a:r>
                        <a:rPr lang="zh-CN" altLang="en-US" sz="1200" dirty="0"/>
                        <a:t>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0.148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0.118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55453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DBE5F0F9-066B-4F8D-9CF5-2E5E49E668D0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（五）资源曲线校正（海南年聚类）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7271CE9-4A77-437A-4A67-54D409853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651" y="956336"/>
            <a:ext cx="2798192" cy="164208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90831F87-EE21-E137-D67A-396FC06CF91A}"/>
              </a:ext>
            </a:extLst>
          </p:cNvPr>
          <p:cNvSpPr txBox="1"/>
          <p:nvPr/>
        </p:nvSpPr>
        <p:spPr>
          <a:xfrm>
            <a:off x="93686" y="1238381"/>
            <a:ext cx="312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风电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Wasserstein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前→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对比</a:t>
            </a:r>
            <a:endParaRPr lang="zh-CN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F25CE2-8A78-BC58-1FC7-0859983545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5728" y="2796921"/>
            <a:ext cx="2915834" cy="17382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45F1E11-55A3-A60D-4A4F-29183EF333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562" y="1605280"/>
            <a:ext cx="2723518" cy="16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83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E005533-E624-628F-1E0F-BAC5B69D39C8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graphicFrame>
        <p:nvGraphicFramePr>
          <p:cNvPr id="48" name="表格 6"/>
          <p:cNvGraphicFramePr/>
          <p:nvPr>
            <p:extLst>
              <p:ext uri="{D42A27DB-BD31-4B8C-83A1-F6EECF244321}">
                <p14:modId xmlns:p14="http://schemas.microsoft.com/office/powerpoint/2010/main" val="567517766"/>
              </p:ext>
            </p:extLst>
          </p:nvPr>
        </p:nvGraphicFramePr>
        <p:xfrm>
          <a:off x="72390" y="2017543"/>
          <a:ext cx="2720429" cy="12801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1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Wasserstein插入前→插入后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大风资源年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0.443→0.197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平均风资源年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0.458→0.222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小风资源年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0.284→0.124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DBE5F0F9-066B-4F8D-9CF5-2E5E49E668D0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（五）资源曲线校正（海南月聚类）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0831F87-EE21-E137-D67A-396FC06CF91A}"/>
              </a:ext>
            </a:extLst>
          </p:cNvPr>
          <p:cNvSpPr>
            <a:spLocks noGrp="1"/>
          </p:cNvSpPr>
          <p:nvPr/>
        </p:nvSpPr>
        <p:spPr>
          <a:xfrm>
            <a:off x="0" y="1279238"/>
            <a:ext cx="312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 b="1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风电Wasserstein插入前→插入后对比</a:t>
            </a:r>
            <a:endParaRPr sz="1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DAAEEE-ACDB-8087-4613-AB2808D0E9DB}"/>
              </a:ext>
            </a:extLst>
          </p:cNvPr>
          <p:cNvPicPr>
            <a:picLocks/>
          </p:cNvPicPr>
          <p:nvPr/>
        </p:nvPicPr>
        <p:blipFill>
          <a:blip r:embed="rId4"/>
          <a:srcRect l="2741" r="2654"/>
          <a:stretch>
            <a:fillRect/>
          </a:stretch>
        </p:blipFill>
        <p:spPr>
          <a:xfrm>
            <a:off x="2957013" y="775366"/>
            <a:ext cx="2802754" cy="173557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A8B7F05-F386-0942-23DE-5A4B355DC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931" y="2836001"/>
            <a:ext cx="2955686" cy="166932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0EAAF5C-14AB-C609-3F96-40695238B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131" y="1696842"/>
            <a:ext cx="3290869" cy="174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3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5352E-0402-9543-6CB1-38E4D819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B1F138F-531D-7B7F-B6F5-CE1E0341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E92ABF2-5EB9-361E-2A8A-6BD5C4C8B4D7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B03F946-FBD6-793D-EAB8-2A70F3D305D5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（五）资源曲线校正（海南年聚类）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1E0B0B3-8F2E-832A-6117-8BD20F86B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824796"/>
              </p:ext>
            </p:extLst>
          </p:nvPr>
        </p:nvGraphicFramePr>
        <p:xfrm>
          <a:off x="795249" y="2301539"/>
          <a:ext cx="2858031" cy="12801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78617">
                  <a:extLst>
                    <a:ext uri="{9D8B030D-6E8A-4147-A177-3AD203B41FA5}">
                      <a16:colId xmlns:a16="http://schemas.microsoft.com/office/drawing/2014/main" val="320127583"/>
                    </a:ext>
                  </a:extLst>
                </a:gridCol>
                <a:gridCol w="1579414">
                  <a:extLst>
                    <a:ext uri="{9D8B030D-6E8A-4147-A177-3AD203B41FA5}">
                      <a16:colId xmlns:a16="http://schemas.microsoft.com/office/drawing/2014/main" val="2103960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Wasserstein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前→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6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大</a:t>
                      </a:r>
                      <a:r>
                        <a:rPr lang="zh-CN" altLang="en-US" sz="1200" dirty="0"/>
                        <a:t>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8.851</a:t>
                      </a:r>
                      <a:r>
                        <a:rPr lang="zh-CN" sz="1200" dirty="0"/>
                        <a:t>→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3.942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79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平均光资源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6.242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2.463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71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小</a:t>
                      </a:r>
                      <a:r>
                        <a:rPr lang="zh-CN" altLang="en-US" sz="1200" dirty="0"/>
                        <a:t>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10.365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7.937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554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D00DDD4-6692-115C-4D6A-D167EB2190FC}"/>
              </a:ext>
            </a:extLst>
          </p:cNvPr>
          <p:cNvSpPr txBox="1"/>
          <p:nvPr/>
        </p:nvSpPr>
        <p:spPr>
          <a:xfrm>
            <a:off x="712811" y="1590806"/>
            <a:ext cx="312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光伏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Wasserstein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前→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对比</a:t>
            </a:r>
            <a:endParaRPr lang="zh-CN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31C3D8-87E6-1AFF-CE7C-C38B30CDC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628" y="696307"/>
            <a:ext cx="3048010" cy="440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36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F87C-77FE-874F-849F-7D319FC8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C3F5A52-F16A-62D4-007D-50D651342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224C165-F563-8667-4559-01399855ECEA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2534C66-61FF-11D0-FE4C-DF0174328500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/>
                <a:ea typeface="微软雅黑"/>
                <a:cs typeface="微软雅黑"/>
              </a:rPr>
              <a:t>（五）资源曲线校正（海南月聚类）</a:t>
            </a:r>
            <a:endParaRPr sz="2025" b="1" dirty="0">
              <a:solidFill>
                <a:srgbClr val="183C9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3BF754-EEF3-D415-5F42-5DC707A0D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078" y="680406"/>
            <a:ext cx="3109922" cy="4463094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B1F3AEF-2441-C31D-CCC5-1AD89BF92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876214"/>
              </p:ext>
            </p:extLst>
          </p:nvPr>
        </p:nvGraphicFramePr>
        <p:xfrm>
          <a:off x="795249" y="2301539"/>
          <a:ext cx="2858031" cy="12801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78617">
                  <a:extLst>
                    <a:ext uri="{9D8B030D-6E8A-4147-A177-3AD203B41FA5}">
                      <a16:colId xmlns:a16="http://schemas.microsoft.com/office/drawing/2014/main" val="320127583"/>
                    </a:ext>
                  </a:extLst>
                </a:gridCol>
                <a:gridCol w="1579414">
                  <a:extLst>
                    <a:ext uri="{9D8B030D-6E8A-4147-A177-3AD203B41FA5}">
                      <a16:colId xmlns:a16="http://schemas.microsoft.com/office/drawing/2014/main" val="2103960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/>
                        <a:t>类别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Wasserstein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前→</a:t>
                      </a:r>
                      <a:r>
                        <a:rPr lang="zh-CN" altLang="en-US" sz="1200" dirty="0"/>
                        <a:t>插入</a:t>
                      </a:r>
                      <a:r>
                        <a:rPr lang="zh-CN" sz="1200" dirty="0"/>
                        <a:t>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96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大</a:t>
                      </a:r>
                      <a:r>
                        <a:rPr lang="zh-CN" altLang="en-US" sz="1200" dirty="0"/>
                        <a:t>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13.133</a:t>
                      </a:r>
                      <a:r>
                        <a:rPr lang="zh-CN" sz="1200" dirty="0"/>
                        <a:t>→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4.942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79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/>
                        <a:t>平均光资源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25.245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8.171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713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200" dirty="0"/>
                        <a:t>小</a:t>
                      </a:r>
                      <a:r>
                        <a:rPr lang="zh-CN" altLang="en-US" sz="1200" dirty="0"/>
                        <a:t>光资源</a:t>
                      </a:r>
                      <a:r>
                        <a:rPr lang="zh-CN" sz="1200" dirty="0"/>
                        <a:t>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/>
                        <a:t>21.175</a:t>
                      </a:r>
                      <a:r>
                        <a:rPr lang="zh-CN" sz="1200" dirty="0"/>
                        <a:t>→</a:t>
                      </a:r>
                      <a:r>
                        <a:rPr lang="en-US" altLang="zh-CN" sz="1200" dirty="0"/>
                        <a:t>7.779</a:t>
                      </a:r>
                      <a:endParaRPr lang="zh-C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45545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1B28520-C931-1E13-B16C-8101582A8BB5}"/>
              </a:ext>
            </a:extLst>
          </p:cNvPr>
          <p:cNvSpPr txBox="1"/>
          <p:nvPr/>
        </p:nvSpPr>
        <p:spPr>
          <a:xfrm>
            <a:off x="712811" y="1590806"/>
            <a:ext cx="31213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光伏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Wasserstein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前→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插入</a:t>
            </a:r>
            <a:r>
              <a:rPr lang="zh-CN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</a:t>
            </a:r>
            <a:r>
              <a:rPr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对比</a:t>
            </a:r>
            <a:endParaRPr lang="zh-CN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800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13FEDCB-4B0C-98E0-D36A-02B1375E1D59}"/>
              </a:ext>
            </a:extLst>
          </p:cNvPr>
          <p:cNvSpPr>
            <a:spLocks noGrp="1"/>
          </p:cNvSpPr>
          <p:nvPr/>
        </p:nvSpPr>
        <p:spPr>
          <a:xfrm>
            <a:off x="5427407" y="2572117"/>
            <a:ext cx="2866215" cy="2496306"/>
          </a:xfrm>
          <a:prstGeom prst="rect">
            <a:avLst/>
          </a:prstGeom>
          <a:solidFill>
            <a:srgbClr val="FFFFFF"/>
          </a:solidFill>
          <a:ln w="14288">
            <a:solidFill>
              <a:srgbClr val="D7DCE2"/>
            </a:solidFill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D4252E8-413D-4BD3-A900-9F3CA723FB9B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61352DC-D64E-4C86-9298-AE7979F3A0CD}"/>
              </a:ext>
            </a:extLst>
          </p:cNvPr>
          <p:cNvSpPr>
            <a:spLocks noGrp="1"/>
          </p:cNvSpPr>
          <p:nvPr/>
        </p:nvSpPr>
        <p:spPr>
          <a:xfrm>
            <a:off x="2867285" y="1363662"/>
            <a:ext cx="2147571" cy="3704761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4288">
            <a:solidFill>
              <a:srgbClr val="D7DCE2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39EAA0-12A0-4C1D-9737-F0EE1BE92EA7}"/>
              </a:ext>
            </a:extLst>
          </p:cNvPr>
          <p:cNvSpPr>
            <a:spLocks noGrp="1"/>
          </p:cNvSpPr>
          <p:nvPr/>
        </p:nvSpPr>
        <p:spPr>
          <a:xfrm>
            <a:off x="2878756" y="1381588"/>
            <a:ext cx="2136100" cy="381000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5B6D77-C6A3-4641-98E8-5ACE1E21243F}"/>
              </a:ext>
            </a:extLst>
          </p:cNvPr>
          <p:cNvSpPr>
            <a:spLocks noGrp="1"/>
          </p:cNvSpPr>
          <p:nvPr/>
        </p:nvSpPr>
        <p:spPr>
          <a:xfrm>
            <a:off x="3020664" y="1462079"/>
            <a:ext cx="238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0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</a:t>
            </a:r>
            <a:endParaRPr sz="20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87E25C-EE9E-4560-A2D1-BD803B79A5A7}"/>
              </a:ext>
            </a:extLst>
          </p:cNvPr>
          <p:cNvSpPr>
            <a:spLocks noGrp="1"/>
          </p:cNvSpPr>
          <p:nvPr/>
        </p:nvSpPr>
        <p:spPr>
          <a:xfrm>
            <a:off x="3340719" y="1461048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风电功率转换</a:t>
            </a:r>
            <a:endParaRPr sz="12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F3948D-EFF4-4B72-BC77-D83C8E25E847}"/>
              </a:ext>
            </a:extLst>
          </p:cNvPr>
          <p:cNvSpPr>
            <a:spLocks noGrp="1"/>
          </p:cNvSpPr>
          <p:nvPr/>
        </p:nvSpPr>
        <p:spPr>
          <a:xfrm>
            <a:off x="2901958" y="3362698"/>
            <a:ext cx="1771650" cy="9525"/>
          </a:xfrm>
          <a:prstGeom prst="rect">
            <a:avLst/>
          </a:prstGeom>
          <a:solidFill>
            <a:srgbClr val="D7DCE2"/>
          </a:solidFill>
          <a:ln w="0">
            <a:noFill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AC40D3-0B8E-4E19-A480-3EC97060418F}"/>
              </a:ext>
            </a:extLst>
          </p:cNvPr>
          <p:cNvSpPr>
            <a:spLocks noGrp="1"/>
          </p:cNvSpPr>
          <p:nvPr/>
        </p:nvSpPr>
        <p:spPr>
          <a:xfrm>
            <a:off x="535816" y="1614007"/>
            <a:ext cx="1962150" cy="2864176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14288">
            <a:solidFill>
              <a:srgbClr val="D7DCE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4833AB-E26C-40EA-903C-4ED91F696113}"/>
              </a:ext>
            </a:extLst>
          </p:cNvPr>
          <p:cNvSpPr>
            <a:spLocks noGrp="1"/>
          </p:cNvSpPr>
          <p:nvPr/>
        </p:nvSpPr>
        <p:spPr>
          <a:xfrm>
            <a:off x="549809" y="1641149"/>
            <a:ext cx="1962150" cy="381000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D99DBC-D197-42E0-A690-2A2C5413E209}"/>
              </a:ext>
            </a:extLst>
          </p:cNvPr>
          <p:cNvSpPr>
            <a:spLocks noGrp="1"/>
          </p:cNvSpPr>
          <p:nvPr/>
        </p:nvSpPr>
        <p:spPr>
          <a:xfrm>
            <a:off x="645059" y="1679249"/>
            <a:ext cx="238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0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</a:t>
            </a:r>
            <a:endParaRPr sz="20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D22923-CE6F-4243-A73B-0373FA8830E3}"/>
              </a:ext>
            </a:extLst>
          </p:cNvPr>
          <p:cNvSpPr>
            <a:spLocks noGrp="1"/>
          </p:cNvSpPr>
          <p:nvPr/>
        </p:nvSpPr>
        <p:spPr>
          <a:xfrm>
            <a:off x="930809" y="1698299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轮毂高度风速</a:t>
            </a:r>
            <a:r>
              <a:rPr lang="zh-CN" altLang="en-US" sz="12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修正</a:t>
            </a:r>
            <a:endParaRPr sz="127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4121" y="2036321"/>
            <a:ext cx="1157817" cy="38111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BCBF49D-A3E6-468C-BED3-E8EF10474FE0}"/>
              </a:ext>
            </a:extLst>
          </p:cNvPr>
          <p:cNvSpPr>
            <a:spLocks noGrp="1"/>
          </p:cNvSpPr>
          <p:nvPr/>
        </p:nvSpPr>
        <p:spPr>
          <a:xfrm>
            <a:off x="645059" y="3050849"/>
            <a:ext cx="1771650" cy="9525"/>
          </a:xfrm>
          <a:prstGeom prst="rect">
            <a:avLst/>
          </a:prstGeom>
          <a:solidFill>
            <a:srgbClr val="D7DCE2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3042B3-48C3-44C4-BB7B-3ECF60BC6C12}"/>
              </a:ext>
            </a:extLst>
          </p:cNvPr>
          <p:cNvSpPr>
            <a:spLocks noGrp="1"/>
          </p:cNvSpPr>
          <p:nvPr/>
        </p:nvSpPr>
        <p:spPr>
          <a:xfrm>
            <a:off x="680207" y="3143553"/>
            <a:ext cx="1412341" cy="3405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77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77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所在网格</a:t>
            </a:r>
            <a:r>
              <a:rPr sz="1177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轮毂高度H</a:t>
            </a:r>
            <a:endParaRPr sz="1177" b="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7171091-0A2E-4E79-A11B-AFFC06F5933C}"/>
              </a:ext>
            </a:extLst>
          </p:cNvPr>
          <p:cNvSpPr>
            <a:spLocks noGrp="1"/>
          </p:cNvSpPr>
          <p:nvPr/>
        </p:nvSpPr>
        <p:spPr>
          <a:xfrm>
            <a:off x="5454918" y="815906"/>
            <a:ext cx="2838704" cy="714375"/>
          </a:xfrm>
          <a:prstGeom prst="rect">
            <a:avLst/>
          </a:prstGeom>
          <a:solidFill>
            <a:srgbClr val="FFFFFF"/>
          </a:solidFill>
          <a:ln w="14288">
            <a:solidFill>
              <a:srgbClr val="D7DCE2"/>
            </a:solidFill>
          </a:ln>
        </p:spPr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BAEA1E-11A4-4B71-9841-32ABA4DC73F2}"/>
              </a:ext>
            </a:extLst>
          </p:cNvPr>
          <p:cNvSpPr>
            <a:spLocks noGrp="1"/>
          </p:cNvSpPr>
          <p:nvPr/>
        </p:nvSpPr>
        <p:spPr>
          <a:xfrm>
            <a:off x="5454919" y="815906"/>
            <a:ext cx="2838704" cy="238125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AE50F14-B4F6-44F5-8F37-76C888E0C921}"/>
              </a:ext>
            </a:extLst>
          </p:cNvPr>
          <p:cNvSpPr>
            <a:spLocks noGrp="1"/>
          </p:cNvSpPr>
          <p:nvPr/>
        </p:nvSpPr>
        <p:spPr>
          <a:xfrm>
            <a:off x="5430574" y="860644"/>
            <a:ext cx="2667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所需</a:t>
            </a:r>
            <a:r>
              <a:rPr lang="en-US" altLang="zh-CN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ERA5</a:t>
            </a:r>
            <a:r>
              <a:rPr lang="zh-CN" alt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数据</a:t>
            </a:r>
            <a:endParaRPr sz="11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179EF68-0A20-49C7-8D35-D0B11D711424}"/>
              </a:ext>
            </a:extLst>
          </p:cNvPr>
          <p:cNvSpPr>
            <a:spLocks noGrp="1"/>
          </p:cNvSpPr>
          <p:nvPr/>
        </p:nvSpPr>
        <p:spPr>
          <a:xfrm>
            <a:off x="5468674" y="1601629"/>
            <a:ext cx="2838705" cy="714375"/>
          </a:xfrm>
          <a:prstGeom prst="rect">
            <a:avLst/>
          </a:prstGeom>
          <a:solidFill>
            <a:srgbClr val="FFFFFF"/>
          </a:solidFill>
          <a:ln w="14288">
            <a:solidFill>
              <a:srgbClr val="D7DCE2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91DB0F5-A53A-4D2D-AA98-8F1DD9843153}"/>
              </a:ext>
            </a:extLst>
          </p:cNvPr>
          <p:cNvSpPr>
            <a:spLocks noGrp="1"/>
          </p:cNvSpPr>
          <p:nvPr/>
        </p:nvSpPr>
        <p:spPr>
          <a:xfrm>
            <a:off x="5468674" y="1601629"/>
            <a:ext cx="2838705" cy="209550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B04D0F8-D261-43F6-B989-7D1E13346AC6}"/>
              </a:ext>
            </a:extLst>
          </p:cNvPr>
          <p:cNvSpPr>
            <a:spLocks noGrp="1"/>
          </p:cNvSpPr>
          <p:nvPr/>
        </p:nvSpPr>
        <p:spPr>
          <a:xfrm>
            <a:off x="5599438" y="1606391"/>
            <a:ext cx="2667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需要调研或收资</a:t>
            </a:r>
            <a:endParaRPr sz="11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EE9984E-A6E7-46BF-B041-77DB8D1C90BB}"/>
              </a:ext>
            </a:extLst>
          </p:cNvPr>
          <p:cNvSpPr>
            <a:spLocks noGrp="1"/>
          </p:cNvSpPr>
          <p:nvPr/>
        </p:nvSpPr>
        <p:spPr>
          <a:xfrm>
            <a:off x="5494393" y="1861305"/>
            <a:ext cx="2812986" cy="4294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02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轮毂高度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10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标杆机组年总发电量、标杆机组额定功率、标杆机组所能代表的机组台数（总功率），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标杆机组切入风速</a:t>
            </a:r>
            <a:r>
              <a:rPr lang="en-US" altLang="zh-CN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in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、切出风速</a:t>
            </a:r>
            <a:r>
              <a:rPr lang="en-US" altLang="zh-CN" sz="102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out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、额定风速</a:t>
            </a:r>
            <a:r>
              <a:rPr lang="en-US" altLang="zh-CN" sz="102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r</a:t>
            </a:r>
            <a:endParaRPr sz="1020" b="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5"/>
          <a:srcRect t="45122"/>
          <a:stretch>
            <a:fillRect/>
          </a:stretch>
        </p:blipFill>
        <p:spPr>
          <a:xfrm>
            <a:off x="753794" y="2502674"/>
            <a:ext cx="1157561" cy="38379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F478E8B-46BE-4B65-B4E0-284CC4F94769}"/>
              </a:ext>
            </a:extLst>
          </p:cNvPr>
          <p:cNvSpPr>
            <a:spLocks noGrp="1"/>
          </p:cNvSpPr>
          <p:nvPr/>
        </p:nvSpPr>
        <p:spPr>
          <a:xfrm>
            <a:off x="652216" y="3559118"/>
            <a:ext cx="1802517" cy="7395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77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所在网格</a:t>
            </a:r>
            <a:r>
              <a:rPr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100m风</a:t>
            </a:r>
            <a:r>
              <a:rPr lang="zh-CN" altLang="en-US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速</a:t>
            </a:r>
            <a:r>
              <a:rPr lang="en-US" altLang="zh-CN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v100</a:t>
            </a:r>
            <a:r>
              <a:rPr lang="zh-CN" altLang="en-US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</a:t>
            </a:r>
            <a:r>
              <a:rPr lang="en-US" altLang="zh-CN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10m</a:t>
            </a:r>
            <a:r>
              <a:rPr lang="zh-CN" altLang="en-US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风速</a:t>
            </a:r>
            <a:r>
              <a:rPr lang="en-US" altLang="zh-CN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v10</a:t>
            </a:r>
            <a:r>
              <a:rPr lang="zh-CN" altLang="en-US" sz="11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，通过两个风速计算出风切变指数   ，从而计算出轮毂高度风速</a:t>
            </a:r>
            <a:r>
              <a:rPr lang="en-US" altLang="zh-CN" sz="11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4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</a:t>
            </a:r>
            <a:endParaRPr sz="1100" b="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9F993BA-76B1-4C34-ABBB-50B3B605EA2F}"/>
              </a:ext>
            </a:extLst>
          </p:cNvPr>
          <p:cNvSpPr>
            <a:spLocks noGrp="1"/>
          </p:cNvSpPr>
          <p:nvPr/>
        </p:nvSpPr>
        <p:spPr>
          <a:xfrm>
            <a:off x="5454918" y="1101656"/>
            <a:ext cx="2838704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0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100</a:t>
            </a:r>
            <a:r>
              <a:rPr lang="zh-CN" altLang="en-US" sz="10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米风速、</a:t>
            </a:r>
            <a:r>
              <a:rPr lang="en-US" altLang="zh-CN" sz="10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10</a:t>
            </a:r>
            <a:r>
              <a:rPr lang="zh-CN" altLang="en-US" sz="102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米风速</a:t>
            </a:r>
            <a:endParaRPr sz="1020" b="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A18BEF3C-D19C-5AD4-9F3A-3D27754A8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108414"/>
              </p:ext>
            </p:extLst>
          </p:nvPr>
        </p:nvGraphicFramePr>
        <p:xfrm>
          <a:off x="3020664" y="1780514"/>
          <a:ext cx="1308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41200" progId="Equation.DSMT4">
                  <p:embed/>
                </p:oleObj>
              </mc:Choice>
              <mc:Fallback>
                <p:oleObj name="Equation" r:id="rId6" imgW="1307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20664" y="1780514"/>
                        <a:ext cx="1308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箭头: 右 35">
            <a:extLst>
              <a:ext uri="{FF2B5EF4-FFF2-40B4-BE49-F238E27FC236}">
                <a16:creationId xmlns:a16="http://schemas.microsoft.com/office/drawing/2014/main" id="{69934578-7042-107E-DB91-0FCE3AD5FC5B}"/>
              </a:ext>
            </a:extLst>
          </p:cNvPr>
          <p:cNvSpPr>
            <a:spLocks noGrp="1"/>
          </p:cNvSpPr>
          <p:nvPr/>
        </p:nvSpPr>
        <p:spPr>
          <a:xfrm>
            <a:off x="2607209" y="2980605"/>
            <a:ext cx="161925" cy="130981"/>
          </a:xfrm>
          <a:prstGeom prst="rightArrow">
            <a:avLst/>
          </a:prstGeom>
          <a:solidFill>
            <a:srgbClr val="005BAC"/>
          </a:solidFill>
          <a:ln w="0">
            <a:noFill/>
          </a:ln>
        </p:spPr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6EC9D1AB-DC2D-C4AF-D624-2E0137302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27718"/>
              </p:ext>
            </p:extLst>
          </p:nvPr>
        </p:nvGraphicFramePr>
        <p:xfrm>
          <a:off x="5494393" y="4169593"/>
          <a:ext cx="1070001" cy="55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660240" progId="Equation.DSMT4">
                  <p:embed/>
                </p:oleObj>
              </mc:Choice>
              <mc:Fallback>
                <p:oleObj name="Equation" r:id="rId8" imgW="128268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94393" y="4169593"/>
                        <a:ext cx="1070001" cy="550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>
            <a:extLst>
              <a:ext uri="{FF2B5EF4-FFF2-40B4-BE49-F238E27FC236}">
                <a16:creationId xmlns:a16="http://schemas.microsoft.com/office/drawing/2014/main" id="{FC6623FE-3C64-83CE-B845-EA5E9C10FEF4}"/>
              </a:ext>
            </a:extLst>
          </p:cNvPr>
          <p:cNvSpPr>
            <a:spLocks noGrp="1"/>
          </p:cNvSpPr>
          <p:nvPr/>
        </p:nvSpPr>
        <p:spPr>
          <a:xfrm>
            <a:off x="342900" y="19050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（六）风电气象</a:t>
            </a:r>
            <a:r>
              <a:rPr lang="en-US" altLang="zh-CN" sz="2025" b="1" dirty="0">
                <a:solidFill>
                  <a:srgbClr val="183C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-</a:t>
            </a:r>
            <a:r>
              <a:rPr lang="zh-CN" altLang="en-US" sz="2025" b="1" dirty="0">
                <a:solidFill>
                  <a:srgbClr val="183C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功率转换 </a:t>
            </a:r>
            <a:endParaRPr sz="2025" b="1" dirty="0">
              <a:solidFill>
                <a:srgbClr val="183C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19DDF18-8D08-81FB-9CF5-653C25F69A14}"/>
              </a:ext>
            </a:extLst>
          </p:cNvPr>
          <p:cNvSpPr txBox="1"/>
          <p:nvPr/>
        </p:nvSpPr>
        <p:spPr>
          <a:xfrm>
            <a:off x="5422716" y="3131989"/>
            <a:ext cx="2937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为当地地面大气压，</a:t>
            </a:r>
          </a:p>
          <a:p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Tamb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是距地面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米高度的逐时环境气温， </a:t>
            </a:r>
          </a:p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ρ0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为标准空气密度，取值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1.225kg/m^3</a:t>
            </a:r>
          </a:p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为风电场综合损耗系数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，设备损耗、风厂布局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316425E-7CBF-3185-7E67-177A76F1198F}"/>
              </a:ext>
            </a:extLst>
          </p:cNvPr>
          <p:cNvSpPr txBox="1"/>
          <p:nvPr/>
        </p:nvSpPr>
        <p:spPr>
          <a:xfrm>
            <a:off x="450917" y="837477"/>
            <a:ext cx="5185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风电出力转换参数分析及计算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F1A2014-989B-4DE8-1C82-42E7E0DF0A56}"/>
              </a:ext>
            </a:extLst>
          </p:cNvPr>
          <p:cNvSpPr>
            <a:spLocks noGrp="1"/>
          </p:cNvSpPr>
          <p:nvPr/>
        </p:nvSpPr>
        <p:spPr>
          <a:xfrm>
            <a:off x="5509575" y="3026498"/>
            <a:ext cx="2610598" cy="71665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F156F9BA-5E21-85F2-833C-0676FCBD44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10968"/>
              </p:ext>
            </p:extLst>
          </p:nvPr>
        </p:nvGraphicFramePr>
        <p:xfrm>
          <a:off x="3018728" y="2036321"/>
          <a:ext cx="1809770" cy="110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54280" imgH="1625400" progId="Equation.DSMT4">
                  <p:embed/>
                </p:oleObj>
              </mc:Choice>
              <mc:Fallback>
                <p:oleObj name="Equation" r:id="rId10" imgW="265428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18728" y="2036321"/>
                        <a:ext cx="1809770" cy="1107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extLst>
              <a:ext uri="{FF2B5EF4-FFF2-40B4-BE49-F238E27FC236}">
                <a16:creationId xmlns:a16="http://schemas.microsoft.com/office/drawing/2014/main" id="{84FFEDA2-F144-A809-8DEC-0B72EA3764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151749"/>
              </p:ext>
            </p:extLst>
          </p:nvPr>
        </p:nvGraphicFramePr>
        <p:xfrm>
          <a:off x="5525824" y="2706452"/>
          <a:ext cx="1384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84200" imgH="444240" progId="Equation.DSMT4">
                  <p:embed/>
                </p:oleObj>
              </mc:Choice>
              <mc:Fallback>
                <p:oleObj name="Equation" r:id="rId12" imgW="1384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25824" y="2706452"/>
                        <a:ext cx="13843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E6756E4F-777B-74B1-9D57-D9A2E3747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250081"/>
              </p:ext>
            </p:extLst>
          </p:nvPr>
        </p:nvGraphicFramePr>
        <p:xfrm>
          <a:off x="7245792" y="2764646"/>
          <a:ext cx="59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880" imgH="431640" progId="Equation.DSMT4">
                  <p:embed/>
                </p:oleObj>
              </mc:Choice>
              <mc:Fallback>
                <p:oleObj name="Equation" r:id="rId14" imgW="596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45792" y="2764646"/>
                        <a:ext cx="5969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D9AED29D-C1F9-1800-107B-4187A0BE8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731260"/>
              </p:ext>
            </p:extLst>
          </p:nvPr>
        </p:nvGraphicFramePr>
        <p:xfrm>
          <a:off x="5627362" y="2552672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61760" imgH="228600" progId="Equation.DSMT4">
                  <p:embed/>
                </p:oleObj>
              </mc:Choice>
              <mc:Fallback>
                <p:oleObj name="Equation" r:id="rId16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27362" y="2552672"/>
                        <a:ext cx="762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3D78CAC-D885-084C-24C7-9935B5868B44}"/>
              </a:ext>
            </a:extLst>
          </p:cNvPr>
          <p:cNvSpPr>
            <a:spLocks noGrp="1"/>
          </p:cNvSpPr>
          <p:nvPr/>
        </p:nvSpPr>
        <p:spPr>
          <a:xfrm>
            <a:off x="5427408" y="2344114"/>
            <a:ext cx="2866214" cy="209550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8E79AB-2B69-E287-8BD1-70288CCB4B89}"/>
              </a:ext>
            </a:extLst>
          </p:cNvPr>
          <p:cNvSpPr>
            <a:spLocks noGrp="1"/>
          </p:cNvSpPr>
          <p:nvPr/>
        </p:nvSpPr>
        <p:spPr>
          <a:xfrm>
            <a:off x="5509575" y="2352615"/>
            <a:ext cx="2667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α</a:t>
            </a:r>
            <a:r>
              <a:rPr lang="zh-CN" alt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相关变量</a:t>
            </a:r>
            <a:endParaRPr sz="11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FC4998E-1B01-40FD-1C2D-D33F9C69C0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78004" y="3908918"/>
            <a:ext cx="133351" cy="171451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46A390D-08F2-C739-8D27-B24F5F8E3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68923"/>
              </p:ext>
            </p:extLst>
          </p:nvPr>
        </p:nvGraphicFramePr>
        <p:xfrm>
          <a:off x="2946400" y="3432175"/>
          <a:ext cx="946150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15920" imgH="241200" progId="Equation.DSMT4">
                  <p:embed/>
                </p:oleObj>
              </mc:Choice>
              <mc:Fallback>
                <p:oleObj name="Equation" r:id="rId19" imgW="10159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46400" y="3432175"/>
                        <a:ext cx="946150" cy="225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909E83D-C057-4A3D-1969-24FA9660D6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010292"/>
              </p:ext>
            </p:extLst>
          </p:nvPr>
        </p:nvGraphicFramePr>
        <p:xfrm>
          <a:off x="2933700" y="3702050"/>
          <a:ext cx="16017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06280" imgH="482400" progId="Equation.DSMT4">
                  <p:embed/>
                </p:oleObj>
              </mc:Choice>
              <mc:Fallback>
                <p:oleObj name="Equation" r:id="rId21" imgW="20062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933700" y="3702050"/>
                        <a:ext cx="1601788" cy="38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82215CBA-0EA3-94D0-3950-9FE9CAF39297}"/>
              </a:ext>
            </a:extLst>
          </p:cNvPr>
          <p:cNvSpPr>
            <a:spLocks noGrp="1"/>
          </p:cNvSpPr>
          <p:nvPr/>
        </p:nvSpPr>
        <p:spPr>
          <a:xfrm>
            <a:off x="2981005" y="4169593"/>
            <a:ext cx="1740488" cy="4294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2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切入风速</a:t>
            </a:r>
            <a:r>
              <a:rPr lang="en-US" altLang="zh-CN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in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、切出风速</a:t>
            </a:r>
            <a:r>
              <a:rPr lang="en-US" altLang="zh-CN" sz="102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out</a:t>
            </a:r>
            <a:r>
              <a:rPr lang="zh-CN" altLang="en-US" sz="102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、额定风速</a:t>
            </a:r>
            <a:r>
              <a:rPr lang="en-US" altLang="zh-CN" sz="102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600" b="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r</a:t>
            </a:r>
            <a:r>
              <a:rPr lang="zh-CN" altLang="en-US" sz="600" b="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、</a:t>
            </a:r>
            <a:r>
              <a:rPr lang="zh-CN" altLang="en-US" sz="10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轮毂高度风速</a:t>
            </a:r>
            <a:r>
              <a:rPr lang="en-US" altLang="zh-CN" sz="105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v</a:t>
            </a:r>
            <a:r>
              <a:rPr lang="en-US" altLang="zh-CN" sz="300" dirty="0" err="1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H</a:t>
            </a:r>
            <a:endParaRPr sz="1020" b="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3465F3-47A6-9E2C-3D52-5D24E72D72C7}"/>
              </a:ext>
            </a:extLst>
          </p:cNvPr>
          <p:cNvSpPr>
            <a:spLocks noGrp="1"/>
          </p:cNvSpPr>
          <p:nvPr/>
        </p:nvSpPr>
        <p:spPr>
          <a:xfrm>
            <a:off x="5454918" y="3813173"/>
            <a:ext cx="2866214" cy="209550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98B8799-C3DF-4682-AF8E-722CEC7EEDA6}"/>
              </a:ext>
            </a:extLst>
          </p:cNvPr>
          <p:cNvSpPr>
            <a:spLocks noGrp="1"/>
          </p:cNvSpPr>
          <p:nvPr/>
        </p:nvSpPr>
        <p:spPr>
          <a:xfrm>
            <a:off x="5494393" y="3808906"/>
            <a:ext cx="2667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α</a:t>
            </a:r>
            <a:r>
              <a:rPr lang="zh-CN" altLang="en-US" sz="112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怎么计算</a:t>
            </a:r>
            <a:endParaRPr sz="1125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C55183-0E4B-1F1A-8F8C-590910806AAB}"/>
              </a:ext>
            </a:extLst>
          </p:cNvPr>
          <p:cNvSpPr txBox="1"/>
          <p:nvPr/>
        </p:nvSpPr>
        <p:spPr>
          <a:xfrm>
            <a:off x="6645906" y="4183429"/>
            <a:ext cx="164338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标杆机组年总发电量</a:t>
            </a:r>
            <a:r>
              <a:rPr lang="en-US" altLang="zh-CN" sz="10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/</a:t>
            </a:r>
            <a:r>
              <a:rPr lang="zh-CN" altLang="en-US" sz="10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（标杆机组额定发电量*出力函数）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982875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-1">
            <a:extLst>
              <a:ext uri="{FF2B5EF4-FFF2-40B4-BE49-F238E27FC236}">
                <a16:creationId xmlns:a16="http://schemas.microsoft.com/office/drawing/2014/main" id="{4C578D98-B667-4B78-BE65-8DD89277AB03}"/>
              </a:ext>
            </a:extLst>
          </p:cNvPr>
          <p:cNvSpPr>
            <a:spLocks noGrp="1"/>
          </p:cNvSpPr>
          <p:nvPr/>
        </p:nvSpPr>
        <p:spPr>
          <a:xfrm>
            <a:off x="206793" y="67678"/>
            <a:ext cx="5278855" cy="4196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defPPr>
            <a:lvl1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1pPr>
            <a:lvl2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2pPr>
            <a:lvl3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3pPr>
            <a:lvl4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4pPr>
            <a:lvl5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5pPr>
            <a:lvl6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6pPr>
            <a:lvl7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7pPr>
            <a:lvl8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8pPr>
            <a:lvl9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l">
              <a:defRPr sz="3000" b="1" i="0">
                <a:solidFill>
                  <a:srgbClr val="193F98"/>
                </a:solidFill>
                <a:latin typeface="SimHei"/>
                <a:ea typeface="SimHei"/>
                <a:cs typeface="SimHei"/>
              </a:defRPr>
            </a:pPr>
            <a:r>
              <a:rPr sz="2132"/>
              <a:t>（六）光伏气象-功率转换</a:t>
            </a:r>
          </a:p>
        </p:txBody>
      </p:sp>
      <p:sp>
        <p:nvSpPr>
          <p:cNvPr id="2" name="box-2">
            <a:extLst>
              <a:ext uri="{FF2B5EF4-FFF2-40B4-BE49-F238E27FC236}">
                <a16:creationId xmlns:a16="http://schemas.microsoft.com/office/drawing/2014/main" id="{7A8051A4-6B7E-432E-BCEC-6CED8B30D204}"/>
              </a:ext>
            </a:extLst>
          </p:cNvPr>
          <p:cNvSpPr>
            <a:spLocks noGrp="1"/>
          </p:cNvSpPr>
          <p:nvPr/>
        </p:nvSpPr>
        <p:spPr>
          <a:xfrm>
            <a:off x="91741" y="534653"/>
            <a:ext cx="8730414" cy="13536"/>
          </a:xfrm>
          <a:prstGeom prst="rect">
            <a:avLst/>
          </a:prstGeom>
          <a:solidFill>
            <a:srgbClr val="0064BE"/>
          </a:solidFill>
          <a:ln w="0">
            <a:noFill/>
            <a:prstDash val="solid"/>
          </a:ln>
        </p:spPr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17BC4E65-344A-4566-878E-84B2D3FF4C0D}"/>
              </a:ext>
            </a:extLst>
          </p:cNvPr>
          <p:cNvSpPr>
            <a:spLocks noGrp="1"/>
          </p:cNvSpPr>
          <p:nvPr/>
        </p:nvSpPr>
        <p:spPr>
          <a:xfrm>
            <a:off x="274470" y="751222"/>
            <a:ext cx="4669757" cy="3519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defPPr>
            <a:lvl1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1pPr>
            <a:lvl2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2pPr>
            <a:lvl3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3pPr>
            <a:lvl4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4pPr>
            <a:lvl5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5pPr>
            <a:lvl6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6pPr>
            <a:lvl7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7pPr>
            <a:lvl8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8pPr>
            <a:lvl9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l">
              <a:defRPr sz="2550" b="1" i="0">
                <a:solidFill>
                  <a:srgbClr val="CC0000"/>
                </a:solidFill>
                <a:latin typeface="SimHei"/>
                <a:ea typeface="SimHei"/>
                <a:cs typeface="SimHei"/>
              </a:defRPr>
            </a:pPr>
            <a:r>
              <a:rPr sz="1812"/>
              <a:t>光伏出力转换参数分析及计算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E0BE56-DC3C-4739-B486-F100BC5D0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248" t="2632" r="2707" b="91579"/>
          <a:stretch/>
        </p:blipFill>
        <p:spPr>
          <a:xfrm>
            <a:off x="7204660" y="135355"/>
            <a:ext cx="1624263" cy="297782"/>
          </a:xfrm>
          <a:prstGeom prst="rect">
            <a:avLst/>
          </a:prstGeom>
        </p:spPr>
      </p:pic>
      <p:sp>
        <p:nvSpPr>
          <p:cNvPr id="5" name="box-4">
            <a:extLst>
              <a:ext uri="{FF2B5EF4-FFF2-40B4-BE49-F238E27FC236}">
                <a16:creationId xmlns:a16="http://schemas.microsoft.com/office/drawing/2014/main" id="{B0B0C23A-4FD1-4544-A4D8-54C7E347B35D}"/>
              </a:ext>
            </a:extLst>
          </p:cNvPr>
          <p:cNvSpPr>
            <a:spLocks noGrp="1"/>
          </p:cNvSpPr>
          <p:nvPr/>
        </p:nvSpPr>
        <p:spPr>
          <a:xfrm>
            <a:off x="274470" y="1549818"/>
            <a:ext cx="2098007" cy="3444791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  <p:txBody>
          <a:bodyPr/>
          <a:lstStyle/>
          <a:p>
            <a:endParaRPr lang="zh-CN" altLang="en-US" sz="1279" dirty="0"/>
          </a:p>
        </p:txBody>
      </p:sp>
      <p:sp>
        <p:nvSpPr>
          <p:cNvPr id="6" name="box-5">
            <a:extLst>
              <a:ext uri="{FF2B5EF4-FFF2-40B4-BE49-F238E27FC236}">
                <a16:creationId xmlns:a16="http://schemas.microsoft.com/office/drawing/2014/main" id="{608FB23C-D42D-4FB8-AD81-69F8E0C29EFF}"/>
              </a:ext>
            </a:extLst>
          </p:cNvPr>
          <p:cNvSpPr>
            <a:spLocks noGrp="1"/>
          </p:cNvSpPr>
          <p:nvPr/>
        </p:nvSpPr>
        <p:spPr>
          <a:xfrm>
            <a:off x="281238" y="1563353"/>
            <a:ext cx="2084471" cy="406066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5656E8F-1F42-4E16-A8ED-1E59344A4CAD}"/>
              </a:ext>
            </a:extLst>
          </p:cNvPr>
          <p:cNvSpPr>
            <a:spLocks noGrp="1"/>
          </p:cNvSpPr>
          <p:nvPr/>
        </p:nvSpPr>
        <p:spPr>
          <a:xfrm>
            <a:off x="396290" y="1603960"/>
            <a:ext cx="236872" cy="3248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32"/>
              <a:t>1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DA6691C-ECBC-4574-882F-2B8667244F5A}"/>
              </a:ext>
            </a:extLst>
          </p:cNvPr>
          <p:cNvSpPr>
            <a:spLocks noGrp="1"/>
          </p:cNvSpPr>
          <p:nvPr/>
        </p:nvSpPr>
        <p:spPr>
          <a:xfrm>
            <a:off x="673768" y="1603960"/>
            <a:ext cx="1664870" cy="3248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辐照度与温度修正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4211EF00-73C0-45C1-89E2-CC1A9A07AF54}"/>
              </a:ext>
            </a:extLst>
          </p:cNvPr>
          <p:cNvSpPr>
            <a:spLocks noGrp="1"/>
          </p:cNvSpPr>
          <p:nvPr/>
        </p:nvSpPr>
        <p:spPr>
          <a:xfrm>
            <a:off x="1014647" y="2098007"/>
            <a:ext cx="108555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/>
              <a:t>G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227B2B58-E959-495F-AF19-3DB20238F294}"/>
              </a:ext>
            </a:extLst>
          </p:cNvPr>
          <p:cNvSpPr>
            <a:spLocks noGrp="1"/>
          </p:cNvSpPr>
          <p:nvPr/>
        </p:nvSpPr>
        <p:spPr>
          <a:xfrm>
            <a:off x="1123202" y="2098007"/>
            <a:ext cx="228209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/>
              <a:t> = 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B98D9439-09F5-421E-9C22-3138C737D557}"/>
              </a:ext>
            </a:extLst>
          </p:cNvPr>
          <p:cNvSpPr>
            <a:spLocks noGrp="1"/>
          </p:cNvSpPr>
          <p:nvPr/>
        </p:nvSpPr>
        <p:spPr>
          <a:xfrm>
            <a:off x="1351411" y="2098007"/>
            <a:ext cx="108555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/>
              <a:t>k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1F45BB3D-0E59-460D-987F-DC09D6682905}"/>
              </a:ext>
            </a:extLst>
          </p:cNvPr>
          <p:cNvSpPr>
            <a:spLocks noGrp="1"/>
          </p:cNvSpPr>
          <p:nvPr/>
        </p:nvSpPr>
        <p:spPr>
          <a:xfrm>
            <a:off x="1459966" y="2098007"/>
            <a:ext cx="108555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 dirty="0"/>
              <a:t>G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07FF3AA-0045-4F58-964B-298904C407E2}"/>
              </a:ext>
            </a:extLst>
          </p:cNvPr>
          <p:cNvSpPr>
            <a:spLocks noGrp="1"/>
          </p:cNvSpPr>
          <p:nvPr/>
        </p:nvSpPr>
        <p:spPr>
          <a:xfrm>
            <a:off x="1561754" y="2203584"/>
            <a:ext cx="70547" cy="14252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17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831"/>
              <a:t>t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EF3E7C09-5628-4286-9AFF-4FE98054AFAD}"/>
              </a:ext>
            </a:extLst>
          </p:cNvPr>
          <p:cNvSpPr>
            <a:spLocks noGrp="1"/>
          </p:cNvSpPr>
          <p:nvPr/>
        </p:nvSpPr>
        <p:spPr>
          <a:xfrm>
            <a:off x="341309" y="2579736"/>
            <a:ext cx="97592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T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B3B72396-9428-4677-8131-1A9ADC524F1E}"/>
              </a:ext>
            </a:extLst>
          </p:cNvPr>
          <p:cNvSpPr>
            <a:spLocks noGrp="1"/>
          </p:cNvSpPr>
          <p:nvPr/>
        </p:nvSpPr>
        <p:spPr>
          <a:xfrm>
            <a:off x="432132" y="2673131"/>
            <a:ext cx="63969" cy="1260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735"/>
              <a:t>c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65E5BF8-51E2-4B32-B44C-991A9F21C420}"/>
              </a:ext>
            </a:extLst>
          </p:cNvPr>
          <p:cNvSpPr>
            <a:spLocks noGrp="1"/>
          </p:cNvSpPr>
          <p:nvPr/>
        </p:nvSpPr>
        <p:spPr>
          <a:xfrm>
            <a:off x="496101" y="2579736"/>
            <a:ext cx="203439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 = 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1BB1473A-5C98-466D-82F3-A0FCC2502E94}"/>
              </a:ext>
            </a:extLst>
          </p:cNvPr>
          <p:cNvSpPr>
            <a:spLocks noGrp="1"/>
          </p:cNvSpPr>
          <p:nvPr/>
        </p:nvSpPr>
        <p:spPr>
          <a:xfrm>
            <a:off x="699540" y="2579736"/>
            <a:ext cx="97592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T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82725DB3-FB56-400B-8037-E65501B76B19}"/>
              </a:ext>
            </a:extLst>
          </p:cNvPr>
          <p:cNvSpPr>
            <a:spLocks noGrp="1"/>
          </p:cNvSpPr>
          <p:nvPr/>
        </p:nvSpPr>
        <p:spPr>
          <a:xfrm>
            <a:off x="790364" y="2673131"/>
            <a:ext cx="164836" cy="1260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03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735"/>
              <a:t>amb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3699879D-37B1-4584-9764-682B78B161E9}"/>
              </a:ext>
            </a:extLst>
          </p:cNvPr>
          <p:cNvSpPr>
            <a:spLocks noGrp="1"/>
          </p:cNvSpPr>
          <p:nvPr/>
        </p:nvSpPr>
        <p:spPr>
          <a:xfrm>
            <a:off x="955200" y="2579736"/>
            <a:ext cx="203439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 + 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64E06CAC-D39B-4A71-870B-54054F12A1F4}"/>
              </a:ext>
            </a:extLst>
          </p:cNvPr>
          <p:cNvSpPr>
            <a:spLocks noGrp="1"/>
          </p:cNvSpPr>
          <p:nvPr/>
        </p:nvSpPr>
        <p:spPr>
          <a:xfrm>
            <a:off x="1276533" y="2477002"/>
            <a:ext cx="97592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G</a:t>
            </a:r>
          </a:p>
        </p:txBody>
      </p:sp>
      <p:sp>
        <p:nvSpPr>
          <p:cNvPr id="21" name="box-20">
            <a:extLst>
              <a:ext uri="{FF2B5EF4-FFF2-40B4-BE49-F238E27FC236}">
                <a16:creationId xmlns:a16="http://schemas.microsoft.com/office/drawing/2014/main" id="{3038FEDC-4989-4358-85EB-37108D405364}"/>
              </a:ext>
            </a:extLst>
          </p:cNvPr>
          <p:cNvSpPr>
            <a:spLocks noGrp="1"/>
          </p:cNvSpPr>
          <p:nvPr/>
        </p:nvSpPr>
        <p:spPr>
          <a:xfrm>
            <a:off x="1158638" y="2693908"/>
            <a:ext cx="333380" cy="6768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2D19B228-99DD-43FB-BFE2-2AD62A2FABBC}"/>
              </a:ext>
            </a:extLst>
          </p:cNvPr>
          <p:cNvSpPr>
            <a:spLocks noGrp="1"/>
          </p:cNvSpPr>
          <p:nvPr/>
        </p:nvSpPr>
        <p:spPr>
          <a:xfrm>
            <a:off x="1192477" y="2714212"/>
            <a:ext cx="265703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800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88A93EE5-5891-4E05-A17B-30A3D94BAEC7}"/>
              </a:ext>
            </a:extLst>
          </p:cNvPr>
          <p:cNvSpPr>
            <a:spLocks noGrp="1"/>
          </p:cNvSpPr>
          <p:nvPr/>
        </p:nvSpPr>
        <p:spPr>
          <a:xfrm>
            <a:off x="1492018" y="2579736"/>
            <a:ext cx="813621" cy="2101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7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226"/>
              <a:t>(NOCT − 20)</a:t>
            </a:r>
          </a:p>
        </p:txBody>
      </p:sp>
      <p:sp>
        <p:nvSpPr>
          <p:cNvPr id="24" name="box-23">
            <a:extLst>
              <a:ext uri="{FF2B5EF4-FFF2-40B4-BE49-F238E27FC236}">
                <a16:creationId xmlns:a16="http://schemas.microsoft.com/office/drawing/2014/main" id="{79CDF17B-36E1-4A97-82E2-24A39B99D240}"/>
              </a:ext>
            </a:extLst>
          </p:cNvPr>
          <p:cNvSpPr>
            <a:spLocks noGrp="1"/>
          </p:cNvSpPr>
          <p:nvPr/>
        </p:nvSpPr>
        <p:spPr>
          <a:xfrm>
            <a:off x="396290" y="3079332"/>
            <a:ext cx="1854367" cy="6768"/>
          </a:xfrm>
          <a:prstGeom prst="rect">
            <a:avLst/>
          </a:prstGeom>
          <a:solidFill>
            <a:srgbClr val="D2DBE5"/>
          </a:solidFill>
          <a:ln w="0">
            <a:noFill/>
            <a:prstDash val="solid"/>
          </a:ln>
        </p:spPr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7F2C59A-327A-40E8-9BCF-F56C89C3A540}"/>
              </a:ext>
            </a:extLst>
          </p:cNvPr>
          <p:cNvSpPr>
            <a:spLocks noGrp="1"/>
          </p:cNvSpPr>
          <p:nvPr/>
        </p:nvSpPr>
        <p:spPr>
          <a:xfrm>
            <a:off x="396290" y="3221455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G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520846FF-737F-4EE9-BDCB-94D9BA1642BC}"/>
              </a:ext>
            </a:extLst>
          </p:cNvPr>
          <p:cNvSpPr>
            <a:spLocks noGrp="1"/>
          </p:cNvSpPr>
          <p:nvPr/>
        </p:nvSpPr>
        <p:spPr>
          <a:xfrm>
            <a:off x="476150" y="3302669"/>
            <a:ext cx="57391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t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119BD495-C7A7-4B0D-B04F-230BD3877CE9}"/>
              </a:ext>
            </a:extLst>
          </p:cNvPr>
          <p:cNvSpPr>
            <a:spLocks noGrp="1"/>
          </p:cNvSpPr>
          <p:nvPr/>
        </p:nvSpPr>
        <p:spPr>
          <a:xfrm>
            <a:off x="533541" y="3214688"/>
            <a:ext cx="1757723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：水平面辐照度（W/m²）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977B69A-B7DC-4476-A548-870FE08F8094}"/>
              </a:ext>
            </a:extLst>
          </p:cNvPr>
          <p:cNvSpPr>
            <a:spLocks noGrp="1"/>
          </p:cNvSpPr>
          <p:nvPr/>
        </p:nvSpPr>
        <p:spPr>
          <a:xfrm>
            <a:off x="396290" y="3478630"/>
            <a:ext cx="1894974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G：斜面辐照度（W/m²）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DF7D1A54-F4A7-4816-9647-8C5E6589070E}"/>
              </a:ext>
            </a:extLst>
          </p:cNvPr>
          <p:cNvSpPr>
            <a:spLocks noGrp="1"/>
          </p:cNvSpPr>
          <p:nvPr/>
        </p:nvSpPr>
        <p:spPr>
          <a:xfrm>
            <a:off x="396290" y="3749341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T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67BDF999-92BE-40DC-B865-4C4FE39505B3}"/>
              </a:ext>
            </a:extLst>
          </p:cNvPr>
          <p:cNvSpPr>
            <a:spLocks noGrp="1"/>
          </p:cNvSpPr>
          <p:nvPr/>
        </p:nvSpPr>
        <p:spPr>
          <a:xfrm>
            <a:off x="476150" y="3830554"/>
            <a:ext cx="145101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amb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E10F86D1-E38D-4BA2-A94A-DB48F025C3C6}"/>
              </a:ext>
            </a:extLst>
          </p:cNvPr>
          <p:cNvSpPr>
            <a:spLocks noGrp="1"/>
          </p:cNvSpPr>
          <p:nvPr/>
        </p:nvSpPr>
        <p:spPr>
          <a:xfrm>
            <a:off x="621251" y="3742573"/>
            <a:ext cx="1670013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：2米环境气温（℃）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AAF25F20-8334-4BEF-8189-01C47D21075C}"/>
              </a:ext>
            </a:extLst>
          </p:cNvPr>
          <p:cNvSpPr>
            <a:spLocks noGrp="1"/>
          </p:cNvSpPr>
          <p:nvPr/>
        </p:nvSpPr>
        <p:spPr>
          <a:xfrm>
            <a:off x="387110" y="4021405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 dirty="0"/>
              <a:t>T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AA28BA1A-C3AB-456B-9A0B-44E88B1FACC2}"/>
              </a:ext>
            </a:extLst>
          </p:cNvPr>
          <p:cNvSpPr>
            <a:spLocks noGrp="1"/>
          </p:cNvSpPr>
          <p:nvPr/>
        </p:nvSpPr>
        <p:spPr>
          <a:xfrm>
            <a:off x="476150" y="4094497"/>
            <a:ext cx="57391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 dirty="0"/>
              <a:t>c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A6A4D04A-6911-426F-A828-4A862250DD69}"/>
              </a:ext>
            </a:extLst>
          </p:cNvPr>
          <p:cNvSpPr>
            <a:spLocks noGrp="1"/>
          </p:cNvSpPr>
          <p:nvPr/>
        </p:nvSpPr>
        <p:spPr>
          <a:xfrm>
            <a:off x="533541" y="4006516"/>
            <a:ext cx="1757723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 dirty="0"/>
              <a:t>：</a:t>
            </a:r>
            <a:r>
              <a:rPr sz="1066" dirty="0" err="1"/>
              <a:t>组件温度</a:t>
            </a:r>
            <a:r>
              <a:rPr sz="1066" dirty="0"/>
              <a:t>（℃）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34569E2A-0346-495B-86BE-F416E099A0A5}"/>
              </a:ext>
            </a:extLst>
          </p:cNvPr>
          <p:cNvSpPr>
            <a:spLocks noGrp="1"/>
          </p:cNvSpPr>
          <p:nvPr/>
        </p:nvSpPr>
        <p:spPr>
          <a:xfrm>
            <a:off x="396290" y="4270459"/>
            <a:ext cx="1894974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NOCT：组件标称工作温度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AE6CBC28-0F73-4C1F-9638-7E07BE2CCDAC}"/>
              </a:ext>
            </a:extLst>
          </p:cNvPr>
          <p:cNvSpPr>
            <a:spLocks noGrp="1"/>
          </p:cNvSpPr>
          <p:nvPr/>
        </p:nvSpPr>
        <p:spPr>
          <a:xfrm>
            <a:off x="396290" y="4480259"/>
            <a:ext cx="1894974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（℃，取自组件说明书）</a:t>
            </a:r>
          </a:p>
        </p:txBody>
      </p:sp>
      <p:sp>
        <p:nvSpPr>
          <p:cNvPr id="37" name="placeholder-36">
            <a:extLst>
              <a:ext uri="{FF2B5EF4-FFF2-40B4-BE49-F238E27FC236}">
                <a16:creationId xmlns:a16="http://schemas.microsoft.com/office/drawing/2014/main" id="{0BD555B5-1644-4DD6-BC37-8B5129421AEA}"/>
              </a:ext>
            </a:extLst>
          </p:cNvPr>
          <p:cNvSpPr>
            <a:spLocks noGrp="1"/>
          </p:cNvSpPr>
          <p:nvPr/>
        </p:nvSpPr>
        <p:spPr>
          <a:xfrm>
            <a:off x="2467226" y="2964280"/>
            <a:ext cx="169194" cy="148891"/>
          </a:xfrm>
          <a:prstGeom prst="rightArrow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38" name="box-37">
            <a:extLst>
              <a:ext uri="{FF2B5EF4-FFF2-40B4-BE49-F238E27FC236}">
                <a16:creationId xmlns:a16="http://schemas.microsoft.com/office/drawing/2014/main" id="{2DAD6185-495C-4F50-8209-90CD50E58635}"/>
              </a:ext>
            </a:extLst>
          </p:cNvPr>
          <p:cNvSpPr>
            <a:spLocks noGrp="1"/>
          </p:cNvSpPr>
          <p:nvPr/>
        </p:nvSpPr>
        <p:spPr>
          <a:xfrm>
            <a:off x="2724401" y="1321360"/>
            <a:ext cx="2368717" cy="3708734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</p:sp>
      <p:sp>
        <p:nvSpPr>
          <p:cNvPr id="39" name="box-38">
            <a:extLst>
              <a:ext uri="{FF2B5EF4-FFF2-40B4-BE49-F238E27FC236}">
                <a16:creationId xmlns:a16="http://schemas.microsoft.com/office/drawing/2014/main" id="{6DB5156F-9AB7-4605-B79B-8F509EE8F8F8}"/>
              </a:ext>
            </a:extLst>
          </p:cNvPr>
          <p:cNvSpPr>
            <a:spLocks noGrp="1"/>
          </p:cNvSpPr>
          <p:nvPr/>
        </p:nvSpPr>
        <p:spPr>
          <a:xfrm>
            <a:off x="2724400" y="1299410"/>
            <a:ext cx="2355182" cy="406066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AE2AD13-CFE0-4159-94A5-C25E60C0E246}"/>
              </a:ext>
            </a:extLst>
          </p:cNvPr>
          <p:cNvSpPr>
            <a:spLocks noGrp="1"/>
          </p:cNvSpPr>
          <p:nvPr/>
        </p:nvSpPr>
        <p:spPr>
          <a:xfrm>
            <a:off x="2839453" y="1340017"/>
            <a:ext cx="236872" cy="3248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32"/>
              <a:t>2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63D9E24E-406D-4B2D-A716-B6D838665C2A}"/>
              </a:ext>
            </a:extLst>
          </p:cNvPr>
          <p:cNvSpPr>
            <a:spLocks noGrp="1"/>
          </p:cNvSpPr>
          <p:nvPr/>
        </p:nvSpPr>
        <p:spPr>
          <a:xfrm>
            <a:off x="3116931" y="1340017"/>
            <a:ext cx="1935580" cy="3248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l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光伏功率转换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5567B450-1E01-4818-B6B4-2EF0B5A59D9A}"/>
              </a:ext>
            </a:extLst>
          </p:cNvPr>
          <p:cNvSpPr>
            <a:spLocks noGrp="1"/>
          </p:cNvSpPr>
          <p:nvPr/>
        </p:nvSpPr>
        <p:spPr>
          <a:xfrm>
            <a:off x="2825917" y="1786689"/>
            <a:ext cx="2098007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9"/>
              <a:t>理论出力系数</a:t>
            </a:r>
          </a:p>
        </p:txBody>
      </p:sp>
      <p:sp>
        <p:nvSpPr>
          <p:cNvPr id="54" name="text-53">
            <a:extLst>
              <a:ext uri="{FF2B5EF4-FFF2-40B4-BE49-F238E27FC236}">
                <a16:creationId xmlns:a16="http://schemas.microsoft.com/office/drawing/2014/main" id="{61EE6AF9-8B84-4DE6-974D-2C3434AD71FB}"/>
              </a:ext>
            </a:extLst>
          </p:cNvPr>
          <p:cNvSpPr>
            <a:spLocks noGrp="1"/>
          </p:cNvSpPr>
          <p:nvPr/>
        </p:nvSpPr>
        <p:spPr>
          <a:xfrm>
            <a:off x="3787238" y="2531144"/>
            <a:ext cx="125339" cy="2558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1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92" dirty="0"/>
              <a:t> </a:t>
            </a:r>
          </a:p>
        </p:txBody>
      </p:sp>
      <p:sp>
        <p:nvSpPr>
          <p:cNvPr id="58" name="box-57">
            <a:extLst>
              <a:ext uri="{FF2B5EF4-FFF2-40B4-BE49-F238E27FC236}">
                <a16:creationId xmlns:a16="http://schemas.microsoft.com/office/drawing/2014/main" id="{33A19D2A-3AB3-4531-A011-75781784B008}"/>
              </a:ext>
            </a:extLst>
          </p:cNvPr>
          <p:cNvSpPr>
            <a:spLocks noGrp="1"/>
          </p:cNvSpPr>
          <p:nvPr/>
        </p:nvSpPr>
        <p:spPr>
          <a:xfrm>
            <a:off x="2819149" y="2937209"/>
            <a:ext cx="2165684" cy="6768"/>
          </a:xfrm>
          <a:prstGeom prst="rect">
            <a:avLst/>
          </a:prstGeom>
          <a:solidFill>
            <a:srgbClr val="D2DBE5"/>
          </a:solidFill>
          <a:ln w="0">
            <a:noFill/>
            <a:prstDash val="solid"/>
          </a:ln>
        </p:spPr>
      </p:sp>
      <p:sp>
        <p:nvSpPr>
          <p:cNvPr id="59" name="text-58">
            <a:extLst>
              <a:ext uri="{FF2B5EF4-FFF2-40B4-BE49-F238E27FC236}">
                <a16:creationId xmlns:a16="http://schemas.microsoft.com/office/drawing/2014/main" id="{648132DD-D342-422F-B749-52DDCBDEE0D4}"/>
              </a:ext>
            </a:extLst>
          </p:cNvPr>
          <p:cNvSpPr>
            <a:spLocks noGrp="1"/>
          </p:cNvSpPr>
          <p:nvPr/>
        </p:nvSpPr>
        <p:spPr>
          <a:xfrm>
            <a:off x="2825917" y="3045493"/>
            <a:ext cx="2098007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7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9"/>
              <a:t>逐时并网功率</a:t>
            </a:r>
          </a:p>
        </p:txBody>
      </p:sp>
      <p:sp>
        <p:nvSpPr>
          <p:cNvPr id="60" name="text-59">
            <a:extLst>
              <a:ext uri="{FF2B5EF4-FFF2-40B4-BE49-F238E27FC236}">
                <a16:creationId xmlns:a16="http://schemas.microsoft.com/office/drawing/2014/main" id="{F39E4410-1972-48E1-8278-285D33307520}"/>
              </a:ext>
            </a:extLst>
          </p:cNvPr>
          <p:cNvSpPr>
            <a:spLocks noGrp="1"/>
          </p:cNvSpPr>
          <p:nvPr/>
        </p:nvSpPr>
        <p:spPr>
          <a:xfrm>
            <a:off x="3073035" y="3495888"/>
            <a:ext cx="112210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 dirty="0"/>
              <a:t>P</a:t>
            </a:r>
          </a:p>
        </p:txBody>
      </p:sp>
      <p:sp>
        <p:nvSpPr>
          <p:cNvPr id="61" name="text-60">
            <a:extLst>
              <a:ext uri="{FF2B5EF4-FFF2-40B4-BE49-F238E27FC236}">
                <a16:creationId xmlns:a16="http://schemas.microsoft.com/office/drawing/2014/main" id="{B6137E36-51BE-46A2-9962-61ABDA99E7F4}"/>
              </a:ext>
            </a:extLst>
          </p:cNvPr>
          <p:cNvSpPr>
            <a:spLocks noGrp="1"/>
          </p:cNvSpPr>
          <p:nvPr/>
        </p:nvSpPr>
        <p:spPr>
          <a:xfrm>
            <a:off x="3141796" y="3580147"/>
            <a:ext cx="219654" cy="148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lang="en-US" altLang="zh-CN" sz="863" dirty="0" err="1"/>
              <a:t>autual</a:t>
            </a:r>
            <a:r>
              <a:rPr sz="863" dirty="0" err="1"/>
              <a:t>,t</a:t>
            </a:r>
            <a:endParaRPr sz="863" dirty="0"/>
          </a:p>
        </p:txBody>
      </p:sp>
      <p:sp>
        <p:nvSpPr>
          <p:cNvPr id="62" name="text-61">
            <a:extLst>
              <a:ext uri="{FF2B5EF4-FFF2-40B4-BE49-F238E27FC236}">
                <a16:creationId xmlns:a16="http://schemas.microsoft.com/office/drawing/2014/main" id="{F7227810-950B-45B9-B760-9966FAA43E9C}"/>
              </a:ext>
            </a:extLst>
          </p:cNvPr>
          <p:cNvSpPr>
            <a:spLocks noGrp="1"/>
          </p:cNvSpPr>
          <p:nvPr/>
        </p:nvSpPr>
        <p:spPr>
          <a:xfrm>
            <a:off x="3485679" y="3487631"/>
            <a:ext cx="236466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 dirty="0"/>
              <a:t> = </a:t>
            </a:r>
          </a:p>
        </p:txBody>
      </p:sp>
      <p:sp>
        <p:nvSpPr>
          <p:cNvPr id="63" name="text-62">
            <a:extLst>
              <a:ext uri="{FF2B5EF4-FFF2-40B4-BE49-F238E27FC236}">
                <a16:creationId xmlns:a16="http://schemas.microsoft.com/office/drawing/2014/main" id="{7550D57A-2E57-470A-A358-0496BDDFB976}"/>
              </a:ext>
            </a:extLst>
          </p:cNvPr>
          <p:cNvSpPr>
            <a:spLocks noGrp="1"/>
          </p:cNvSpPr>
          <p:nvPr/>
        </p:nvSpPr>
        <p:spPr>
          <a:xfrm>
            <a:off x="3722145" y="3487631"/>
            <a:ext cx="112210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/>
              <a:t>P</a:t>
            </a:r>
          </a:p>
        </p:txBody>
      </p:sp>
      <p:sp>
        <p:nvSpPr>
          <p:cNvPr id="64" name="text-63">
            <a:extLst>
              <a:ext uri="{FF2B5EF4-FFF2-40B4-BE49-F238E27FC236}">
                <a16:creationId xmlns:a16="http://schemas.microsoft.com/office/drawing/2014/main" id="{C254F101-D045-4233-B3F1-C12491A2F423}"/>
              </a:ext>
            </a:extLst>
          </p:cNvPr>
          <p:cNvSpPr>
            <a:spLocks noGrp="1"/>
          </p:cNvSpPr>
          <p:nvPr/>
        </p:nvSpPr>
        <p:spPr>
          <a:xfrm>
            <a:off x="3827587" y="3597269"/>
            <a:ext cx="160450" cy="148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863"/>
              <a:t>N,t</a:t>
            </a:r>
          </a:p>
        </p:txBody>
      </p:sp>
      <p:sp>
        <p:nvSpPr>
          <p:cNvPr id="65" name="text-64">
            <a:extLst>
              <a:ext uri="{FF2B5EF4-FFF2-40B4-BE49-F238E27FC236}">
                <a16:creationId xmlns:a16="http://schemas.microsoft.com/office/drawing/2014/main" id="{5C124CA1-10C0-4107-AF7C-DD7EDBF048CD}"/>
              </a:ext>
            </a:extLst>
          </p:cNvPr>
          <p:cNvSpPr>
            <a:spLocks noGrp="1"/>
          </p:cNvSpPr>
          <p:nvPr/>
        </p:nvSpPr>
        <p:spPr>
          <a:xfrm>
            <a:off x="3988037" y="3487631"/>
            <a:ext cx="112210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/>
              <a:t>α</a:t>
            </a:r>
          </a:p>
        </p:txBody>
      </p:sp>
      <p:sp>
        <p:nvSpPr>
          <p:cNvPr id="66" name="text-65">
            <a:extLst>
              <a:ext uri="{FF2B5EF4-FFF2-40B4-BE49-F238E27FC236}">
                <a16:creationId xmlns:a16="http://schemas.microsoft.com/office/drawing/2014/main" id="{E19FB98F-98B6-48FE-BCB9-43A014EE4F98}"/>
              </a:ext>
            </a:extLst>
          </p:cNvPr>
          <p:cNvSpPr>
            <a:spLocks noGrp="1"/>
          </p:cNvSpPr>
          <p:nvPr/>
        </p:nvSpPr>
        <p:spPr>
          <a:xfrm>
            <a:off x="4093479" y="3597269"/>
            <a:ext cx="131944" cy="148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863" dirty="0"/>
              <a:t>PV</a:t>
            </a:r>
          </a:p>
        </p:txBody>
      </p:sp>
      <p:sp>
        <p:nvSpPr>
          <p:cNvPr id="67" name="text-66">
            <a:extLst>
              <a:ext uri="{FF2B5EF4-FFF2-40B4-BE49-F238E27FC236}">
                <a16:creationId xmlns:a16="http://schemas.microsoft.com/office/drawing/2014/main" id="{283E721D-59BA-47E4-AA10-459B1429B3B1}"/>
              </a:ext>
            </a:extLst>
          </p:cNvPr>
          <p:cNvSpPr>
            <a:spLocks noGrp="1"/>
          </p:cNvSpPr>
          <p:nvPr/>
        </p:nvSpPr>
        <p:spPr>
          <a:xfrm>
            <a:off x="4348705" y="3343275"/>
            <a:ext cx="112210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 dirty="0"/>
              <a:t>G</a:t>
            </a:r>
          </a:p>
        </p:txBody>
      </p:sp>
      <p:sp>
        <p:nvSpPr>
          <p:cNvPr id="68" name="text-67">
            <a:extLst>
              <a:ext uri="{FF2B5EF4-FFF2-40B4-BE49-F238E27FC236}">
                <a16:creationId xmlns:a16="http://schemas.microsoft.com/office/drawing/2014/main" id="{EF39A567-59B8-4A3F-A18A-7665ABDD0992}"/>
              </a:ext>
            </a:extLst>
          </p:cNvPr>
          <p:cNvSpPr>
            <a:spLocks noGrp="1"/>
          </p:cNvSpPr>
          <p:nvPr/>
        </p:nvSpPr>
        <p:spPr>
          <a:xfrm>
            <a:off x="4454147" y="3452913"/>
            <a:ext cx="72740" cy="1480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21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863"/>
              <a:t>t</a:t>
            </a:r>
          </a:p>
        </p:txBody>
      </p:sp>
      <p:sp>
        <p:nvSpPr>
          <p:cNvPr id="69" name="box-68">
            <a:extLst>
              <a:ext uri="{FF2B5EF4-FFF2-40B4-BE49-F238E27FC236}">
                <a16:creationId xmlns:a16="http://schemas.microsoft.com/office/drawing/2014/main" id="{64F8C456-FA50-4683-A78B-7B7EB452D3D2}"/>
              </a:ext>
            </a:extLst>
          </p:cNvPr>
          <p:cNvSpPr>
            <a:spLocks noGrp="1"/>
          </p:cNvSpPr>
          <p:nvPr/>
        </p:nvSpPr>
        <p:spPr>
          <a:xfrm>
            <a:off x="4225423" y="3620483"/>
            <a:ext cx="424745" cy="6768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70" name="text-69">
            <a:extLst>
              <a:ext uri="{FF2B5EF4-FFF2-40B4-BE49-F238E27FC236}">
                <a16:creationId xmlns:a16="http://schemas.microsoft.com/office/drawing/2014/main" id="{19F48E8D-CA2E-4DE9-9AB1-89C836C17D88}"/>
              </a:ext>
            </a:extLst>
          </p:cNvPr>
          <p:cNvSpPr>
            <a:spLocks noGrp="1"/>
          </p:cNvSpPr>
          <p:nvPr/>
        </p:nvSpPr>
        <p:spPr>
          <a:xfrm>
            <a:off x="4259262" y="3640786"/>
            <a:ext cx="357067" cy="2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20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439"/>
              <a:t>1000</a:t>
            </a:r>
          </a:p>
        </p:txBody>
      </p:sp>
      <p:sp>
        <p:nvSpPr>
          <p:cNvPr id="81" name="box-80">
            <a:extLst>
              <a:ext uri="{FF2B5EF4-FFF2-40B4-BE49-F238E27FC236}">
                <a16:creationId xmlns:a16="http://schemas.microsoft.com/office/drawing/2014/main" id="{DCA12B12-3C96-4B2B-97B6-98BAC40AB37C}"/>
              </a:ext>
            </a:extLst>
          </p:cNvPr>
          <p:cNvSpPr>
            <a:spLocks noGrp="1"/>
          </p:cNvSpPr>
          <p:nvPr/>
        </p:nvSpPr>
        <p:spPr>
          <a:xfrm>
            <a:off x="5363828" y="717383"/>
            <a:ext cx="2977816" cy="744454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</p:sp>
      <p:sp>
        <p:nvSpPr>
          <p:cNvPr id="82" name="box-81">
            <a:extLst>
              <a:ext uri="{FF2B5EF4-FFF2-40B4-BE49-F238E27FC236}">
                <a16:creationId xmlns:a16="http://schemas.microsoft.com/office/drawing/2014/main" id="{A25EB7EE-90C7-403F-8B02-D10D4C2DDC2F}"/>
              </a:ext>
            </a:extLst>
          </p:cNvPr>
          <p:cNvSpPr>
            <a:spLocks noGrp="1"/>
          </p:cNvSpPr>
          <p:nvPr/>
        </p:nvSpPr>
        <p:spPr>
          <a:xfrm>
            <a:off x="5370596" y="730918"/>
            <a:ext cx="2964280" cy="230104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83" name="text-82">
            <a:extLst>
              <a:ext uri="{FF2B5EF4-FFF2-40B4-BE49-F238E27FC236}">
                <a16:creationId xmlns:a16="http://schemas.microsoft.com/office/drawing/2014/main" id="{BE0D7DF5-0E7E-45AF-9FF5-8EB7A716674E}"/>
              </a:ext>
            </a:extLst>
          </p:cNvPr>
          <p:cNvSpPr>
            <a:spLocks noGrp="1"/>
          </p:cNvSpPr>
          <p:nvPr/>
        </p:nvSpPr>
        <p:spPr>
          <a:xfrm>
            <a:off x="5404435" y="730918"/>
            <a:ext cx="2896603" cy="2301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所需ERA5数据</a:t>
            </a:r>
          </a:p>
        </p:txBody>
      </p:sp>
      <p:sp>
        <p:nvSpPr>
          <p:cNvPr id="84" name="text-83">
            <a:extLst>
              <a:ext uri="{FF2B5EF4-FFF2-40B4-BE49-F238E27FC236}">
                <a16:creationId xmlns:a16="http://schemas.microsoft.com/office/drawing/2014/main" id="{EEA97F72-BFFE-46CC-8B0F-D588E13D8A4E}"/>
              </a:ext>
            </a:extLst>
          </p:cNvPr>
          <p:cNvSpPr>
            <a:spLocks noGrp="1"/>
          </p:cNvSpPr>
          <p:nvPr/>
        </p:nvSpPr>
        <p:spPr>
          <a:xfrm>
            <a:off x="5451809" y="1062539"/>
            <a:ext cx="2801854" cy="27071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2" dirty="0" err="1"/>
              <a:t>水平面太阳辐照度</a:t>
            </a:r>
            <a:endParaRPr sz="1172" dirty="0"/>
          </a:p>
        </p:txBody>
      </p:sp>
      <p:sp>
        <p:nvSpPr>
          <p:cNvPr id="85" name="box-84">
            <a:extLst>
              <a:ext uri="{FF2B5EF4-FFF2-40B4-BE49-F238E27FC236}">
                <a16:creationId xmlns:a16="http://schemas.microsoft.com/office/drawing/2014/main" id="{E7B7CDD5-7A62-4C3F-92D0-E202CABE811D}"/>
              </a:ext>
            </a:extLst>
          </p:cNvPr>
          <p:cNvSpPr>
            <a:spLocks noGrp="1"/>
          </p:cNvSpPr>
          <p:nvPr/>
        </p:nvSpPr>
        <p:spPr>
          <a:xfrm>
            <a:off x="5363828" y="1529514"/>
            <a:ext cx="2977816" cy="812132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</p:sp>
      <p:sp>
        <p:nvSpPr>
          <p:cNvPr id="86" name="box-85">
            <a:extLst>
              <a:ext uri="{FF2B5EF4-FFF2-40B4-BE49-F238E27FC236}">
                <a16:creationId xmlns:a16="http://schemas.microsoft.com/office/drawing/2014/main" id="{6E16A492-7712-4483-8412-17804AB8AB9C}"/>
              </a:ext>
            </a:extLst>
          </p:cNvPr>
          <p:cNvSpPr>
            <a:spLocks noGrp="1"/>
          </p:cNvSpPr>
          <p:nvPr/>
        </p:nvSpPr>
        <p:spPr>
          <a:xfrm>
            <a:off x="5370596" y="1543050"/>
            <a:ext cx="2964280" cy="230104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87" name="text-86">
            <a:extLst>
              <a:ext uri="{FF2B5EF4-FFF2-40B4-BE49-F238E27FC236}">
                <a16:creationId xmlns:a16="http://schemas.microsoft.com/office/drawing/2014/main" id="{A9761D5C-A0FC-4D2A-AD96-3A6A0DF5ED3E}"/>
              </a:ext>
            </a:extLst>
          </p:cNvPr>
          <p:cNvSpPr>
            <a:spLocks noGrp="1"/>
          </p:cNvSpPr>
          <p:nvPr/>
        </p:nvSpPr>
        <p:spPr>
          <a:xfrm>
            <a:off x="5404435" y="1543050"/>
            <a:ext cx="2896603" cy="2301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需要调研或收资</a:t>
            </a:r>
          </a:p>
        </p:txBody>
      </p:sp>
      <p:sp>
        <p:nvSpPr>
          <p:cNvPr id="88" name="text-87">
            <a:extLst>
              <a:ext uri="{FF2B5EF4-FFF2-40B4-BE49-F238E27FC236}">
                <a16:creationId xmlns:a16="http://schemas.microsoft.com/office/drawing/2014/main" id="{AABB17D6-316D-43E2-92A9-6B70D4DC21BE}"/>
              </a:ext>
            </a:extLst>
          </p:cNvPr>
          <p:cNvSpPr>
            <a:spLocks noGrp="1"/>
          </p:cNvSpPr>
          <p:nvPr/>
        </p:nvSpPr>
        <p:spPr>
          <a:xfrm>
            <a:off x="5482859" y="1794269"/>
            <a:ext cx="2787587" cy="5197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39" dirty="0"/>
              <a:t>标杆机组年总发电量、标杆机组额定</a:t>
            </a:r>
            <a:endParaRPr lang="en-US" altLang="zh-CN" sz="1039" dirty="0"/>
          </a:p>
          <a:p>
            <a:pPr algn="l">
              <a:defRPr sz="1463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39" dirty="0"/>
              <a:t>功率、标杆机组所能代表的机组子阵（总功率）</a:t>
            </a:r>
            <a:endParaRPr sz="1039" dirty="0"/>
          </a:p>
        </p:txBody>
      </p:sp>
      <p:sp>
        <p:nvSpPr>
          <p:cNvPr id="91" name="box-90">
            <a:extLst>
              <a:ext uri="{FF2B5EF4-FFF2-40B4-BE49-F238E27FC236}">
                <a16:creationId xmlns:a16="http://schemas.microsoft.com/office/drawing/2014/main" id="{48997344-4F6D-4B2E-8327-2EA3F302F7CA}"/>
              </a:ext>
            </a:extLst>
          </p:cNvPr>
          <p:cNvSpPr>
            <a:spLocks noGrp="1"/>
          </p:cNvSpPr>
          <p:nvPr/>
        </p:nvSpPr>
        <p:spPr>
          <a:xfrm>
            <a:off x="5363828" y="2409324"/>
            <a:ext cx="2977816" cy="1353553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</p:sp>
      <p:sp>
        <p:nvSpPr>
          <p:cNvPr id="92" name="box-91">
            <a:extLst>
              <a:ext uri="{FF2B5EF4-FFF2-40B4-BE49-F238E27FC236}">
                <a16:creationId xmlns:a16="http://schemas.microsoft.com/office/drawing/2014/main" id="{B2395996-B51E-4E35-9230-F7C9B723346B}"/>
              </a:ext>
            </a:extLst>
          </p:cNvPr>
          <p:cNvSpPr>
            <a:spLocks noGrp="1"/>
          </p:cNvSpPr>
          <p:nvPr/>
        </p:nvSpPr>
        <p:spPr>
          <a:xfrm>
            <a:off x="5370596" y="2422859"/>
            <a:ext cx="2964280" cy="230104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93" name="text-92">
            <a:extLst>
              <a:ext uri="{FF2B5EF4-FFF2-40B4-BE49-F238E27FC236}">
                <a16:creationId xmlns:a16="http://schemas.microsoft.com/office/drawing/2014/main" id="{440D9F7F-D6E1-4CF5-AB86-A7C708708F15}"/>
              </a:ext>
            </a:extLst>
          </p:cNvPr>
          <p:cNvSpPr>
            <a:spLocks noGrp="1"/>
          </p:cNvSpPr>
          <p:nvPr/>
        </p:nvSpPr>
        <p:spPr>
          <a:xfrm>
            <a:off x="5404435" y="2422859"/>
            <a:ext cx="2896603" cy="2301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α相关变量</a:t>
            </a:r>
          </a:p>
        </p:txBody>
      </p:sp>
      <p:sp>
        <p:nvSpPr>
          <p:cNvPr id="94" name="text-93">
            <a:extLst>
              <a:ext uri="{FF2B5EF4-FFF2-40B4-BE49-F238E27FC236}">
                <a16:creationId xmlns:a16="http://schemas.microsoft.com/office/drawing/2014/main" id="{D6F17D4D-930A-48E1-8C3F-396B239B555C}"/>
              </a:ext>
            </a:extLst>
          </p:cNvPr>
          <p:cNvSpPr>
            <a:spLocks noGrp="1"/>
          </p:cNvSpPr>
          <p:nvPr/>
        </p:nvSpPr>
        <p:spPr>
          <a:xfrm>
            <a:off x="5455238" y="3000131"/>
            <a:ext cx="2815389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 dirty="0" err="1"/>
              <a:t>k：水平面转斜面辐照度系数</a:t>
            </a:r>
            <a:endParaRPr sz="1066" dirty="0"/>
          </a:p>
        </p:txBody>
      </p:sp>
      <p:sp>
        <p:nvSpPr>
          <p:cNvPr id="95" name="text-94">
            <a:extLst>
              <a:ext uri="{FF2B5EF4-FFF2-40B4-BE49-F238E27FC236}">
                <a16:creationId xmlns:a16="http://schemas.microsoft.com/office/drawing/2014/main" id="{A4FAB744-5EF8-4CFF-9725-F4822FF0DCF7}"/>
              </a:ext>
            </a:extLst>
          </p:cNvPr>
          <p:cNvSpPr>
            <a:spLocks noGrp="1"/>
          </p:cNvSpPr>
          <p:nvPr/>
        </p:nvSpPr>
        <p:spPr>
          <a:xfrm>
            <a:off x="5439690" y="3245325"/>
            <a:ext cx="2815389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 dirty="0"/>
              <a:t>β：</a:t>
            </a:r>
            <a:r>
              <a:rPr sz="1066" dirty="0" err="1"/>
              <a:t>功率温度系数绝对值</a:t>
            </a:r>
            <a:r>
              <a:rPr sz="1066" dirty="0"/>
              <a:t>（℃⁻¹）</a:t>
            </a:r>
          </a:p>
        </p:txBody>
      </p:sp>
      <p:sp>
        <p:nvSpPr>
          <p:cNvPr id="96" name="text-95">
            <a:extLst>
              <a:ext uri="{FF2B5EF4-FFF2-40B4-BE49-F238E27FC236}">
                <a16:creationId xmlns:a16="http://schemas.microsoft.com/office/drawing/2014/main" id="{4E85A035-5723-484E-B6F6-7FE11269124E}"/>
              </a:ext>
            </a:extLst>
          </p:cNvPr>
          <p:cNvSpPr>
            <a:spLocks noGrp="1"/>
          </p:cNvSpPr>
          <p:nvPr/>
        </p:nvSpPr>
        <p:spPr>
          <a:xfrm>
            <a:off x="5438274" y="3430241"/>
            <a:ext cx="2815389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 dirty="0" err="1"/>
              <a:t>γ：综合效率系数，含积灰等影响</a:t>
            </a:r>
            <a:endParaRPr sz="1066" dirty="0"/>
          </a:p>
        </p:txBody>
      </p:sp>
      <p:sp>
        <p:nvSpPr>
          <p:cNvPr id="100" name="box-99">
            <a:extLst>
              <a:ext uri="{FF2B5EF4-FFF2-40B4-BE49-F238E27FC236}">
                <a16:creationId xmlns:a16="http://schemas.microsoft.com/office/drawing/2014/main" id="{E76394A5-FD02-4E24-A1CA-6D2EC7648CBA}"/>
              </a:ext>
            </a:extLst>
          </p:cNvPr>
          <p:cNvSpPr>
            <a:spLocks noGrp="1"/>
          </p:cNvSpPr>
          <p:nvPr/>
        </p:nvSpPr>
        <p:spPr>
          <a:xfrm>
            <a:off x="5363828" y="3830554"/>
            <a:ext cx="2977816" cy="1231733"/>
          </a:xfrm>
          <a:prstGeom prst="rect">
            <a:avLst/>
          </a:prstGeom>
          <a:solidFill>
            <a:srgbClr val="FFFFFF"/>
          </a:solidFill>
          <a:ln w="17145">
            <a:solidFill>
              <a:srgbClr val="D2DBE5"/>
            </a:solidFill>
            <a:prstDash val="solid"/>
          </a:ln>
        </p:spPr>
      </p:sp>
      <p:sp>
        <p:nvSpPr>
          <p:cNvPr id="101" name="box-100">
            <a:extLst>
              <a:ext uri="{FF2B5EF4-FFF2-40B4-BE49-F238E27FC236}">
                <a16:creationId xmlns:a16="http://schemas.microsoft.com/office/drawing/2014/main" id="{AFD8D471-C64F-43D5-9EE9-96A1F728527B}"/>
              </a:ext>
            </a:extLst>
          </p:cNvPr>
          <p:cNvSpPr>
            <a:spLocks noGrp="1"/>
          </p:cNvSpPr>
          <p:nvPr/>
        </p:nvSpPr>
        <p:spPr>
          <a:xfrm>
            <a:off x="5370596" y="3844089"/>
            <a:ext cx="2964280" cy="230104"/>
          </a:xfrm>
          <a:prstGeom prst="rect">
            <a:avLst/>
          </a:prstGeom>
          <a:solidFill>
            <a:srgbClr val="005EAF"/>
          </a:solidFill>
          <a:ln w="0">
            <a:noFill/>
            <a:prstDash val="solid"/>
          </a:ln>
        </p:spPr>
      </p:sp>
      <p:sp>
        <p:nvSpPr>
          <p:cNvPr id="102" name="text-101">
            <a:extLst>
              <a:ext uri="{FF2B5EF4-FFF2-40B4-BE49-F238E27FC236}">
                <a16:creationId xmlns:a16="http://schemas.microsoft.com/office/drawing/2014/main" id="{A3840ADE-A78C-444E-8321-4937C04ED9D6}"/>
              </a:ext>
            </a:extLst>
          </p:cNvPr>
          <p:cNvSpPr>
            <a:spLocks noGrp="1"/>
          </p:cNvSpPr>
          <p:nvPr/>
        </p:nvSpPr>
        <p:spPr>
          <a:xfrm>
            <a:off x="5404435" y="3844089"/>
            <a:ext cx="2896603" cy="23010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defPPr>
            <a:lvl1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1pPr>
            <a:lvl2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2pPr>
            <a:lvl3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3pPr>
            <a:lvl4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4pPr>
            <a:lvl5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5pPr>
            <a:lvl6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6pPr>
            <a:lvl7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7pPr>
            <a:lvl8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8pPr>
            <a:lvl9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lvl9pPr>
          </a:lstStyle>
          <a:p>
            <a:pPr algn="ctr">
              <a:defRPr sz="1800" b="1" i="0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279"/>
              <a:t>α怎么计算</a:t>
            </a:r>
          </a:p>
        </p:txBody>
      </p:sp>
      <p:sp>
        <p:nvSpPr>
          <p:cNvPr id="103" name="text-102">
            <a:extLst>
              <a:ext uri="{FF2B5EF4-FFF2-40B4-BE49-F238E27FC236}">
                <a16:creationId xmlns:a16="http://schemas.microsoft.com/office/drawing/2014/main" id="{95813B02-8FBC-48D5-B0D7-3DB07368BA19}"/>
              </a:ext>
            </a:extLst>
          </p:cNvPr>
          <p:cNvSpPr>
            <a:spLocks noGrp="1"/>
          </p:cNvSpPr>
          <p:nvPr/>
        </p:nvSpPr>
        <p:spPr>
          <a:xfrm>
            <a:off x="5574848" y="4292116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α</a:t>
            </a:r>
          </a:p>
        </p:txBody>
      </p:sp>
      <p:sp>
        <p:nvSpPr>
          <p:cNvPr id="104" name="text-103">
            <a:extLst>
              <a:ext uri="{FF2B5EF4-FFF2-40B4-BE49-F238E27FC236}">
                <a16:creationId xmlns:a16="http://schemas.microsoft.com/office/drawing/2014/main" id="{D1467057-E641-4333-A648-87341C7B5396}"/>
              </a:ext>
            </a:extLst>
          </p:cNvPr>
          <p:cNvSpPr>
            <a:spLocks noGrp="1"/>
          </p:cNvSpPr>
          <p:nvPr/>
        </p:nvSpPr>
        <p:spPr>
          <a:xfrm>
            <a:off x="5654707" y="4373329"/>
            <a:ext cx="101246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PV</a:t>
            </a:r>
          </a:p>
        </p:txBody>
      </p:sp>
      <p:sp>
        <p:nvSpPr>
          <p:cNvPr id="105" name="text-104">
            <a:extLst>
              <a:ext uri="{FF2B5EF4-FFF2-40B4-BE49-F238E27FC236}">
                <a16:creationId xmlns:a16="http://schemas.microsoft.com/office/drawing/2014/main" id="{DDE5C86F-287B-49A1-A7F8-3E237E870FE1}"/>
              </a:ext>
            </a:extLst>
          </p:cNvPr>
          <p:cNvSpPr>
            <a:spLocks noGrp="1"/>
          </p:cNvSpPr>
          <p:nvPr/>
        </p:nvSpPr>
        <p:spPr>
          <a:xfrm>
            <a:off x="5755953" y="4292116"/>
            <a:ext cx="178669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 = </a:t>
            </a:r>
          </a:p>
        </p:txBody>
      </p:sp>
      <p:sp>
        <p:nvSpPr>
          <p:cNvPr id="106" name="text-105">
            <a:extLst>
              <a:ext uri="{FF2B5EF4-FFF2-40B4-BE49-F238E27FC236}">
                <a16:creationId xmlns:a16="http://schemas.microsoft.com/office/drawing/2014/main" id="{F03392FB-6553-47F0-9146-4350F5CE5AC1}"/>
              </a:ext>
            </a:extLst>
          </p:cNvPr>
          <p:cNvSpPr>
            <a:spLocks noGrp="1"/>
          </p:cNvSpPr>
          <p:nvPr/>
        </p:nvSpPr>
        <p:spPr>
          <a:xfrm>
            <a:off x="6038034" y="4135103"/>
            <a:ext cx="171901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/>
              <a:t>∑</a:t>
            </a:r>
          </a:p>
        </p:txBody>
      </p:sp>
      <p:sp>
        <p:nvSpPr>
          <p:cNvPr id="107" name="text-106">
            <a:extLst>
              <a:ext uri="{FF2B5EF4-FFF2-40B4-BE49-F238E27FC236}">
                <a16:creationId xmlns:a16="http://schemas.microsoft.com/office/drawing/2014/main" id="{F3DE4C08-FDF6-4DA4-A1F3-61206C2CCF76}"/>
              </a:ext>
            </a:extLst>
          </p:cNvPr>
          <p:cNvSpPr>
            <a:spLocks noGrp="1"/>
          </p:cNvSpPr>
          <p:nvPr/>
        </p:nvSpPr>
        <p:spPr>
          <a:xfrm>
            <a:off x="6097116" y="4297530"/>
            <a:ext cx="53736" cy="100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586"/>
              <a:t>t</a:t>
            </a:r>
          </a:p>
        </p:txBody>
      </p:sp>
      <p:sp>
        <p:nvSpPr>
          <p:cNvPr id="108" name="text-107">
            <a:extLst>
              <a:ext uri="{FF2B5EF4-FFF2-40B4-BE49-F238E27FC236}">
                <a16:creationId xmlns:a16="http://schemas.microsoft.com/office/drawing/2014/main" id="{7E3F521D-8637-4CCE-92A9-525A232A81F7}"/>
              </a:ext>
            </a:extLst>
          </p:cNvPr>
          <p:cNvSpPr>
            <a:spLocks noGrp="1"/>
          </p:cNvSpPr>
          <p:nvPr/>
        </p:nvSpPr>
        <p:spPr>
          <a:xfrm>
            <a:off x="6230238" y="4162175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P</a:t>
            </a:r>
          </a:p>
        </p:txBody>
      </p:sp>
      <p:sp>
        <p:nvSpPr>
          <p:cNvPr id="109" name="text-108">
            <a:extLst>
              <a:ext uri="{FF2B5EF4-FFF2-40B4-BE49-F238E27FC236}">
                <a16:creationId xmlns:a16="http://schemas.microsoft.com/office/drawing/2014/main" id="{04B71E9F-F8FC-4908-9A84-5CE0B4070246}"/>
              </a:ext>
            </a:extLst>
          </p:cNvPr>
          <p:cNvSpPr>
            <a:spLocks noGrp="1"/>
          </p:cNvSpPr>
          <p:nvPr/>
        </p:nvSpPr>
        <p:spPr>
          <a:xfrm>
            <a:off x="6310097" y="4243388"/>
            <a:ext cx="318897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actual,t</a:t>
            </a:r>
          </a:p>
        </p:txBody>
      </p:sp>
      <p:sp>
        <p:nvSpPr>
          <p:cNvPr id="110" name="text-109">
            <a:extLst>
              <a:ext uri="{FF2B5EF4-FFF2-40B4-BE49-F238E27FC236}">
                <a16:creationId xmlns:a16="http://schemas.microsoft.com/office/drawing/2014/main" id="{28201E21-50A9-46AD-96C3-2BB12CBF16D6}"/>
              </a:ext>
            </a:extLst>
          </p:cNvPr>
          <p:cNvSpPr>
            <a:spLocks noGrp="1"/>
          </p:cNvSpPr>
          <p:nvPr/>
        </p:nvSpPr>
        <p:spPr>
          <a:xfrm>
            <a:off x="6628995" y="4162175"/>
            <a:ext cx="193558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 Δt</a:t>
            </a:r>
          </a:p>
        </p:txBody>
      </p:sp>
      <p:sp>
        <p:nvSpPr>
          <p:cNvPr id="111" name="box-110">
            <a:extLst>
              <a:ext uri="{FF2B5EF4-FFF2-40B4-BE49-F238E27FC236}">
                <a16:creationId xmlns:a16="http://schemas.microsoft.com/office/drawing/2014/main" id="{AEA7C19F-F26A-47AE-AD78-4093EA588CF1}"/>
              </a:ext>
            </a:extLst>
          </p:cNvPr>
          <p:cNvSpPr>
            <a:spLocks noGrp="1"/>
          </p:cNvSpPr>
          <p:nvPr/>
        </p:nvSpPr>
        <p:spPr>
          <a:xfrm>
            <a:off x="5934622" y="4392279"/>
            <a:ext cx="991342" cy="6768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12" name="text-111">
            <a:extLst>
              <a:ext uri="{FF2B5EF4-FFF2-40B4-BE49-F238E27FC236}">
                <a16:creationId xmlns:a16="http://schemas.microsoft.com/office/drawing/2014/main" id="{AB100DC8-B6A7-43F5-BCC7-AB03DDBDF76D}"/>
              </a:ext>
            </a:extLst>
          </p:cNvPr>
          <p:cNvSpPr>
            <a:spLocks noGrp="1"/>
          </p:cNvSpPr>
          <p:nvPr/>
        </p:nvSpPr>
        <p:spPr>
          <a:xfrm>
            <a:off x="5968461" y="4492441"/>
            <a:ext cx="171901" cy="2375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95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385"/>
              <a:t>∑</a:t>
            </a:r>
          </a:p>
        </p:txBody>
      </p:sp>
      <p:sp>
        <p:nvSpPr>
          <p:cNvPr id="113" name="text-112">
            <a:extLst>
              <a:ext uri="{FF2B5EF4-FFF2-40B4-BE49-F238E27FC236}">
                <a16:creationId xmlns:a16="http://schemas.microsoft.com/office/drawing/2014/main" id="{3F43D971-5D9D-49EF-B352-10DD7A39DB2E}"/>
              </a:ext>
            </a:extLst>
          </p:cNvPr>
          <p:cNvSpPr>
            <a:spLocks noGrp="1"/>
          </p:cNvSpPr>
          <p:nvPr/>
        </p:nvSpPr>
        <p:spPr>
          <a:xfrm>
            <a:off x="6027544" y="4654868"/>
            <a:ext cx="53736" cy="100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825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586"/>
              <a:t>t</a:t>
            </a:r>
          </a:p>
        </p:txBody>
      </p:sp>
      <p:sp>
        <p:nvSpPr>
          <p:cNvPr id="114" name="text-113">
            <a:extLst>
              <a:ext uri="{FF2B5EF4-FFF2-40B4-BE49-F238E27FC236}">
                <a16:creationId xmlns:a16="http://schemas.microsoft.com/office/drawing/2014/main" id="{FE67392D-179A-4ADB-9D60-DB9DFD7B391D}"/>
              </a:ext>
            </a:extLst>
          </p:cNvPr>
          <p:cNvSpPr>
            <a:spLocks noGrp="1"/>
          </p:cNvSpPr>
          <p:nvPr/>
        </p:nvSpPr>
        <p:spPr>
          <a:xfrm>
            <a:off x="6160665" y="4519512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P</a:t>
            </a:r>
          </a:p>
        </p:txBody>
      </p:sp>
      <p:sp>
        <p:nvSpPr>
          <p:cNvPr id="115" name="text-114">
            <a:extLst>
              <a:ext uri="{FF2B5EF4-FFF2-40B4-BE49-F238E27FC236}">
                <a16:creationId xmlns:a16="http://schemas.microsoft.com/office/drawing/2014/main" id="{0D6F5241-DDDF-4904-8A07-D3B2E47FE5BC}"/>
              </a:ext>
            </a:extLst>
          </p:cNvPr>
          <p:cNvSpPr>
            <a:spLocks noGrp="1"/>
          </p:cNvSpPr>
          <p:nvPr/>
        </p:nvSpPr>
        <p:spPr>
          <a:xfrm>
            <a:off x="6240525" y="4600726"/>
            <a:ext cx="122361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N,t</a:t>
            </a:r>
          </a:p>
        </p:txBody>
      </p:sp>
      <p:sp>
        <p:nvSpPr>
          <p:cNvPr id="116" name="text-115">
            <a:extLst>
              <a:ext uri="{FF2B5EF4-FFF2-40B4-BE49-F238E27FC236}">
                <a16:creationId xmlns:a16="http://schemas.microsoft.com/office/drawing/2014/main" id="{51E0222F-38F7-4D83-A6D2-C4820929B70C}"/>
              </a:ext>
            </a:extLst>
          </p:cNvPr>
          <p:cNvSpPr>
            <a:spLocks noGrp="1"/>
          </p:cNvSpPr>
          <p:nvPr/>
        </p:nvSpPr>
        <p:spPr>
          <a:xfrm>
            <a:off x="6462101" y="4412582"/>
            <a:ext cx="86627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 dirty="0"/>
              <a:t>G</a:t>
            </a:r>
          </a:p>
        </p:txBody>
      </p:sp>
      <p:sp>
        <p:nvSpPr>
          <p:cNvPr id="117" name="text-116">
            <a:extLst>
              <a:ext uri="{FF2B5EF4-FFF2-40B4-BE49-F238E27FC236}">
                <a16:creationId xmlns:a16="http://schemas.microsoft.com/office/drawing/2014/main" id="{5DB547A4-2782-41FF-96FB-896B39903587}"/>
              </a:ext>
            </a:extLst>
          </p:cNvPr>
          <p:cNvSpPr>
            <a:spLocks noGrp="1"/>
          </p:cNvSpPr>
          <p:nvPr/>
        </p:nvSpPr>
        <p:spPr>
          <a:xfrm>
            <a:off x="6541960" y="4493795"/>
            <a:ext cx="57391" cy="1096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9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639"/>
              <a:t>t</a:t>
            </a:r>
          </a:p>
        </p:txBody>
      </p:sp>
      <p:sp>
        <p:nvSpPr>
          <p:cNvPr id="118" name="box-117">
            <a:extLst>
              <a:ext uri="{FF2B5EF4-FFF2-40B4-BE49-F238E27FC236}">
                <a16:creationId xmlns:a16="http://schemas.microsoft.com/office/drawing/2014/main" id="{F25A4370-24BC-4A99-BC51-1B396B5305E6}"/>
              </a:ext>
            </a:extLst>
          </p:cNvPr>
          <p:cNvSpPr>
            <a:spLocks noGrp="1"/>
          </p:cNvSpPr>
          <p:nvPr/>
        </p:nvSpPr>
        <p:spPr>
          <a:xfrm>
            <a:off x="6362886" y="4619675"/>
            <a:ext cx="335681" cy="6768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19" name="text-118">
            <a:extLst>
              <a:ext uri="{FF2B5EF4-FFF2-40B4-BE49-F238E27FC236}">
                <a16:creationId xmlns:a16="http://schemas.microsoft.com/office/drawing/2014/main" id="{384B3837-8B49-42DA-BE47-3D9C1826C2E3}"/>
              </a:ext>
            </a:extLst>
          </p:cNvPr>
          <p:cNvSpPr>
            <a:spLocks noGrp="1"/>
          </p:cNvSpPr>
          <p:nvPr/>
        </p:nvSpPr>
        <p:spPr>
          <a:xfrm>
            <a:off x="6396725" y="4639979"/>
            <a:ext cx="268003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1000</a:t>
            </a:r>
          </a:p>
        </p:txBody>
      </p:sp>
      <p:sp>
        <p:nvSpPr>
          <p:cNvPr id="120" name="text-119">
            <a:extLst>
              <a:ext uri="{FF2B5EF4-FFF2-40B4-BE49-F238E27FC236}">
                <a16:creationId xmlns:a16="http://schemas.microsoft.com/office/drawing/2014/main" id="{825D1101-6C51-4DAC-90B2-A4623C571565}"/>
              </a:ext>
            </a:extLst>
          </p:cNvPr>
          <p:cNvSpPr>
            <a:spLocks noGrp="1"/>
          </p:cNvSpPr>
          <p:nvPr/>
        </p:nvSpPr>
        <p:spPr>
          <a:xfrm>
            <a:off x="6698567" y="4519512"/>
            <a:ext cx="193558" cy="1827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l">
              <a:defRPr sz="1500" b="0" i="1">
                <a:solidFill>
                  <a:srgbClr val="222222"/>
                </a:solidFill>
                <a:latin typeface="Cambria"/>
                <a:ea typeface="Cambria"/>
                <a:cs typeface="Cambria"/>
              </a:defRPr>
            </a:pPr>
            <a:r>
              <a:rPr sz="1066"/>
              <a:t> Δt</a:t>
            </a:r>
          </a:p>
        </p:txBody>
      </p:sp>
      <p:sp>
        <p:nvSpPr>
          <p:cNvPr id="121" name="text-120">
            <a:extLst>
              <a:ext uri="{FF2B5EF4-FFF2-40B4-BE49-F238E27FC236}">
                <a16:creationId xmlns:a16="http://schemas.microsoft.com/office/drawing/2014/main" id="{98C4F609-8FB3-4AAF-8C2C-8D382485EA62}"/>
              </a:ext>
            </a:extLst>
          </p:cNvPr>
          <p:cNvSpPr>
            <a:spLocks noGrp="1"/>
          </p:cNvSpPr>
          <p:nvPr/>
        </p:nvSpPr>
        <p:spPr>
          <a:xfrm>
            <a:off x="7116679" y="4223085"/>
            <a:ext cx="1136984" cy="196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/>
              <a:t>实际发电量</a:t>
            </a:r>
          </a:p>
        </p:txBody>
      </p:sp>
      <p:sp>
        <p:nvSpPr>
          <p:cNvPr id="122" name="box-121">
            <a:extLst>
              <a:ext uri="{FF2B5EF4-FFF2-40B4-BE49-F238E27FC236}">
                <a16:creationId xmlns:a16="http://schemas.microsoft.com/office/drawing/2014/main" id="{4172401B-D04F-4F32-AE3A-272ACB983706}"/>
              </a:ext>
            </a:extLst>
          </p:cNvPr>
          <p:cNvSpPr>
            <a:spLocks noGrp="1"/>
          </p:cNvSpPr>
          <p:nvPr/>
        </p:nvSpPr>
        <p:spPr>
          <a:xfrm>
            <a:off x="7164053" y="4466724"/>
            <a:ext cx="1042236" cy="6768"/>
          </a:xfrm>
          <a:prstGeom prst="rect">
            <a:avLst/>
          </a:prstGeom>
          <a:solidFill>
            <a:srgbClr val="222222"/>
          </a:solidFill>
          <a:ln w="0">
            <a:noFill/>
            <a:prstDash val="solid"/>
          </a:ln>
        </p:spPr>
      </p:sp>
      <p:sp>
        <p:nvSpPr>
          <p:cNvPr id="123" name="text-122">
            <a:extLst>
              <a:ext uri="{FF2B5EF4-FFF2-40B4-BE49-F238E27FC236}">
                <a16:creationId xmlns:a16="http://schemas.microsoft.com/office/drawing/2014/main" id="{A4A375FE-BE8B-469E-89E3-DBCFF992CA0E}"/>
              </a:ext>
            </a:extLst>
          </p:cNvPr>
          <p:cNvSpPr>
            <a:spLocks noGrp="1"/>
          </p:cNvSpPr>
          <p:nvPr/>
        </p:nvSpPr>
        <p:spPr>
          <a:xfrm>
            <a:off x="7103143" y="4527634"/>
            <a:ext cx="1177591" cy="1962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2" dirty="0"/>
              <a:t>额定</a:t>
            </a:r>
            <a:r>
              <a:rPr sz="1012" dirty="0" err="1"/>
              <a:t>发电量</a:t>
            </a:r>
            <a:endParaRPr sz="1012" dirty="0"/>
          </a:p>
        </p:txBody>
      </p:sp>
      <p:sp>
        <p:nvSpPr>
          <p:cNvPr id="126" name="text-93">
            <a:extLst>
              <a:ext uri="{FF2B5EF4-FFF2-40B4-BE49-F238E27FC236}">
                <a16:creationId xmlns:a16="http://schemas.microsoft.com/office/drawing/2014/main" id="{2C96ADD2-C814-205A-9A8D-D36D8FC3BEBB}"/>
              </a:ext>
            </a:extLst>
          </p:cNvPr>
          <p:cNvSpPr>
            <a:spLocks noGrp="1"/>
          </p:cNvSpPr>
          <p:nvPr/>
        </p:nvSpPr>
        <p:spPr>
          <a:xfrm>
            <a:off x="390105" y="4750293"/>
            <a:ext cx="2815389" cy="20303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6" dirty="0" err="1"/>
              <a:t>k：水平面转斜面辐照度系数</a:t>
            </a:r>
            <a:endParaRPr sz="1066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94DB3C63-87EE-299E-ADD8-E94D49F0D979}"/>
              </a:ext>
            </a:extLst>
          </p:cNvPr>
          <p:cNvSpPr>
            <a:spLocks noGrp="1"/>
          </p:cNvSpPr>
          <p:nvPr/>
        </p:nvSpPr>
        <p:spPr>
          <a:xfrm>
            <a:off x="2846221" y="4558194"/>
            <a:ext cx="1614694" cy="4364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088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853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β</a:t>
            </a:r>
            <a:r>
              <a:rPr lang="zh-CN" altLang="en-US" sz="853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：功率温度系数绝对值（说明书）</a:t>
            </a:r>
            <a:endParaRPr lang="en-US" altLang="zh-CN" sz="853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defRPr sz="1088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853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γ</a:t>
            </a:r>
            <a:r>
              <a:rPr lang="zh-CN" altLang="en-US" sz="853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：综合效率系数，光伏板积灰</a:t>
            </a:r>
          </a:p>
        </p:txBody>
      </p:sp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22C43CCB-D13D-A1D4-8FE4-22938B60B3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5918" y="2112438"/>
          <a:ext cx="657601" cy="41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6123" imgH="578651" progId="Equation.DSMT4">
                  <p:embed/>
                </p:oleObj>
              </mc:Choice>
              <mc:Fallback>
                <p:oleObj name="Equation" r:id="rId4" imgW="926123" imgH="578651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22C43CCB-D13D-A1D4-8FE4-22938B60B3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25918" y="2112438"/>
                        <a:ext cx="657601" cy="411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对象 130">
            <a:extLst>
              <a:ext uri="{FF2B5EF4-FFF2-40B4-BE49-F238E27FC236}">
                <a16:creationId xmlns:a16="http://schemas.microsoft.com/office/drawing/2014/main" id="{B10873DD-9B92-3FE1-5184-12D727BF6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63764" y="3972880"/>
          <a:ext cx="2276455" cy="584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507960" progId="Equation.DSMT4">
                  <p:embed/>
                </p:oleObj>
              </mc:Choice>
              <mc:Fallback>
                <p:oleObj name="Equation" r:id="rId6" imgW="1981080" imgH="507960" progId="Equation.DSMT4">
                  <p:embed/>
                  <p:pic>
                    <p:nvPicPr>
                      <p:cNvPr id="131" name="对象 130">
                        <a:extLst>
                          <a:ext uri="{FF2B5EF4-FFF2-40B4-BE49-F238E27FC236}">
                            <a16:creationId xmlns:a16="http://schemas.microsoft.com/office/drawing/2014/main" id="{B10873DD-9B92-3FE1-5184-12D727BF6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63764" y="3972880"/>
                        <a:ext cx="2276455" cy="584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F5389EE9-88ED-F4EA-3C9C-0F3E62DC1E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859965"/>
              </p:ext>
            </p:extLst>
          </p:nvPr>
        </p:nvGraphicFramePr>
        <p:xfrm>
          <a:off x="3482663" y="2113372"/>
          <a:ext cx="1596919" cy="377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393480" progId="Equation.DSMT4">
                  <p:embed/>
                </p:oleObj>
              </mc:Choice>
              <mc:Fallback>
                <p:oleObj name="Equation" r:id="rId8" imgW="1663560" imgH="393480" progId="Equation.DSMT4">
                  <p:embed/>
                  <p:pic>
                    <p:nvPicPr>
                      <p:cNvPr id="133" name="对象 132">
                        <a:extLst>
                          <a:ext uri="{FF2B5EF4-FFF2-40B4-BE49-F238E27FC236}">
                            <a16:creationId xmlns:a16="http://schemas.microsoft.com/office/drawing/2014/main" id="{F5389EE9-88ED-F4EA-3C9C-0F3E62DC1E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82663" y="2113372"/>
                        <a:ext cx="1596919" cy="3778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>
            <a:extLst>
              <a:ext uri="{FF2B5EF4-FFF2-40B4-BE49-F238E27FC236}">
                <a16:creationId xmlns:a16="http://schemas.microsoft.com/office/drawing/2014/main" id="{AB1A2C61-8420-6CE5-602B-20592F3CB4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5330" y="2690616"/>
          <a:ext cx="1946652" cy="351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080" imgH="279360" progId="Equation.DSMT4">
                  <p:embed/>
                </p:oleObj>
              </mc:Choice>
              <mc:Fallback>
                <p:oleObj name="Equation" r:id="rId10" imgW="1549080" imgH="279360" progId="Equation.DSMT4">
                  <p:embed/>
                  <p:pic>
                    <p:nvPicPr>
                      <p:cNvPr id="134" name="对象 133">
                        <a:extLst>
                          <a:ext uri="{FF2B5EF4-FFF2-40B4-BE49-F238E27FC236}">
                            <a16:creationId xmlns:a16="http://schemas.microsoft.com/office/drawing/2014/main" id="{AB1A2C61-8420-6CE5-602B-20592F3CB4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05330" y="2690616"/>
                        <a:ext cx="1946652" cy="351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-33">
            <a:extLst>
              <a:ext uri="{FF2B5EF4-FFF2-40B4-BE49-F238E27FC236}">
                <a16:creationId xmlns:a16="http://schemas.microsoft.com/office/drawing/2014/main" id="{1F396C20-4010-D06B-158C-6D8B4E11C72A}"/>
              </a:ext>
            </a:extLst>
          </p:cNvPr>
          <p:cNvSpPr>
            <a:spLocks noGrp="1"/>
          </p:cNvSpPr>
          <p:nvPr/>
        </p:nvSpPr>
        <p:spPr>
          <a:xfrm>
            <a:off x="5436079" y="3607894"/>
            <a:ext cx="1757723" cy="2098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defRPr sz="15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66" dirty="0" err="1"/>
              <a:t>T</a:t>
            </a:r>
            <a:r>
              <a:rPr lang="en-US" altLang="zh-CN" sz="853" dirty="0" err="1"/>
              <a:t>c</a:t>
            </a:r>
            <a:r>
              <a:rPr sz="1066" dirty="0" err="1"/>
              <a:t>：组件温度</a:t>
            </a:r>
            <a:r>
              <a:rPr sz="1066" dirty="0"/>
              <a:t>（℃）</a:t>
            </a:r>
          </a:p>
        </p:txBody>
      </p:sp>
    </p:spTree>
    <p:extLst>
      <p:ext uri="{BB962C8B-B14F-4D97-AF65-F5344CB8AC3E}">
        <p14:creationId xmlns:p14="http://schemas.microsoft.com/office/powerpoint/2010/main" val="1141753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2174-663F-4ACC-212F-43DA8A41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extLst>
              <a:ext uri="{FF2B5EF4-FFF2-40B4-BE49-F238E27FC236}">
                <a16:creationId xmlns:a16="http://schemas.microsoft.com/office/drawing/2014/main" id="{944B7631-2E46-3E0C-D428-DF2F2628E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F1E7EAD-1085-5F37-3887-6AF883F90164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30D2C6B-4162-B626-2927-C71BD4C5EF2C}"/>
              </a:ext>
            </a:extLst>
          </p:cNvPr>
          <p:cNvSpPr>
            <a:spLocks noGrp="1"/>
          </p:cNvSpPr>
          <p:nvPr/>
        </p:nvSpPr>
        <p:spPr>
          <a:xfrm>
            <a:off x="660400" y="20955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（六）海南计算出力转化到整厂、整省</a:t>
            </a:r>
            <a:endParaRPr sz="2025" b="1" dirty="0">
              <a:solidFill>
                <a:srgbClr val="183C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C9137ED-1607-7974-F8C8-08CEF6E007B3}"/>
              </a:ext>
            </a:extLst>
          </p:cNvPr>
          <p:cNvSpPr txBox="1"/>
          <p:nvPr/>
        </p:nvSpPr>
        <p:spPr>
          <a:xfrm>
            <a:off x="1636496" y="1026289"/>
            <a:ext cx="55087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由标杆机组（子阵）计算可得，代表的是整厂的一批机组，若某厂有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个标杆机组，则需要加权计算计算出该厂的标幺出力。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=P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可代表的装机容量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场站总装机容量）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+…+ P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αn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可代表的装机容量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场站总装机容量）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装机容量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省总装机容量）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+….+ 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*（厂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装机容量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省总装机容量）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9B55A2-571B-7EAF-DA2C-4DC7C39BECF1}"/>
              </a:ext>
            </a:extLst>
          </p:cNvPr>
          <p:cNvSpPr txBox="1"/>
          <p:nvPr/>
        </p:nvSpPr>
        <p:spPr>
          <a:xfrm>
            <a:off x="1276350" y="24574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0793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2FDC-3FBF-5A4E-6649-BF616B3B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extLst>
              <a:ext uri="{FF2B5EF4-FFF2-40B4-BE49-F238E27FC236}">
                <a16:creationId xmlns:a16="http://schemas.microsoft.com/office/drawing/2014/main" id="{5C809937-B363-6D60-FAC2-D3BF71B86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77208"/>
            <a:ext cx="1533525" cy="23615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B753A7-FFCD-4071-E914-03C941946C38}"/>
              </a:ext>
            </a:extLst>
          </p:cNvPr>
          <p:cNvSpPr>
            <a:spLocks noGrp="1"/>
          </p:cNvSpPr>
          <p:nvPr/>
        </p:nvSpPr>
        <p:spPr>
          <a:xfrm>
            <a:off x="361950" y="638175"/>
            <a:ext cx="8420100" cy="12383"/>
          </a:xfrm>
          <a:prstGeom prst="rect">
            <a:avLst/>
          </a:prstGeom>
          <a:solidFill>
            <a:srgbClr val="005BAC"/>
          </a:solidFill>
          <a:ln w="0">
            <a:noFill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6E67854-4424-98FF-29D5-3BB4AEBD776C}"/>
              </a:ext>
            </a:extLst>
          </p:cNvPr>
          <p:cNvSpPr>
            <a:spLocks noGrp="1"/>
          </p:cNvSpPr>
          <p:nvPr/>
        </p:nvSpPr>
        <p:spPr>
          <a:xfrm>
            <a:off x="660400" y="209550"/>
            <a:ext cx="7124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83C9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25" b="1" dirty="0">
                <a:solidFill>
                  <a:srgbClr val="183C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（七）海南算例（验证）</a:t>
            </a:r>
            <a:endParaRPr sz="2025" b="1" dirty="0">
              <a:solidFill>
                <a:srgbClr val="183C9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BC7943-CA51-46FE-BCA2-2C98A42E8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57" y="658208"/>
            <a:ext cx="8642486" cy="282417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45B1AA9-91B1-D038-8980-B9A30B9EC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12" y="3767135"/>
            <a:ext cx="3390925" cy="8382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583905-C789-83B7-C177-70E1489EFE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525" y="3767135"/>
            <a:ext cx="3381400" cy="84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24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3CFD2C-5E06-F393-5F93-85CD8413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42" y="41412"/>
            <a:ext cx="5755486" cy="15424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DAA09B5-D60F-B953-8706-2B39347E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50" y="1727731"/>
            <a:ext cx="6061685" cy="312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890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16634</TotalTime>
  <Words>4358</Words>
  <Application>Microsoft Office PowerPoint</Application>
  <DocSecurity>0</DocSecurity>
  <PresentationFormat>全屏显示(16:9)</PresentationFormat>
  <Paragraphs>938</Paragraphs>
  <Slides>29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微软雅黑</vt:lpstr>
      <vt:lpstr>Calibri</vt:lpstr>
      <vt:lpstr>Times New Roman</vt:lpstr>
      <vt:lpstr>ChatGPT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赵想</cp:lastModifiedBy>
  <cp:revision>53</cp:revision>
  <dcterms:created xsi:type="dcterms:W3CDTF">2026-09-20T15:07:59Z</dcterms:created>
  <dcterms:modified xsi:type="dcterms:W3CDTF">2026-10-21T03:17:53Z</dcterms:modified>
</cp:coreProperties>
</file>