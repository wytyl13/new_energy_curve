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12121"/>
                </a:solidFill>
                <a:latin typeface="Microsoft YaHei"/>
                <a:ea typeface="Microsoft YaHei"/>
              </a:rPr>
              <a:t>海南风光九条出力曲线流水线（1/2）：NC → 76年缓存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5848" y="68580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输入层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风NC 76个年文件：u100、v100 (8760,8,10) m/s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光NC 76个年文件：ssrd (8760,8,10) J/m²·h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80格海陆分类表（31海 / 49陆）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304" y="164592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55848" y="1965960"/>
            <a:ext cx="5486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00_check_grid_mask（模块级）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边界多边形逐格包含判定 ↔ 分类表 → 网格海陆核对.json（80格判定）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304" y="2532888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63640" y="25603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Microsoft YaHei"/>
                <a:ea typeface="Microsoft YaHei"/>
              </a:rPr>
              <a:t>(8760,8,10) × 76年，逐块读入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852928"/>
            <a:ext cx="0" cy="39319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95360" y="2852928"/>
            <a:ext cx="0" cy="39319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160" y="294436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Microsoft YaHei"/>
                <a:ea typeface="Microsoft YaHei"/>
              </a:rPr>
              <a:t>风：每年 (8760,2)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94436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Microsoft YaHei"/>
                <a:ea typeface="Microsoft YaHei"/>
              </a:rPr>
              <a:t>光：每年 (8760,)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4612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01_nc_to_cache.load_one_resource（风）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hypot(u100,v100) → 逐时风速 (8760,80)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海31格等权均值 / 陆49格等权均值 → (8760,2)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删2月29日，验证每年完整无重复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24612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01_nc_to_cache.load_one_resource（光）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80格等权均值 ÷ 3600 → (8760,) W/m²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删2月29日，验证每年完整无重复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4297680"/>
            <a:ext cx="2530144" cy="36576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96304" y="4297680"/>
            <a:ext cx="2499056" cy="36576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55848" y="46634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01_nc_to_cache.main（存NPZ缓存）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风速NPZ 152键 {年}_sea/{年}_land 各(8760,)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光伏NPZ 76键 {年} 各(8760,)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→ 海风(76,8760)、陆风(76,8760)、光(76,8760)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12121"/>
                </a:solidFill>
                <a:latin typeface="Microsoft YaHei"/>
                <a:ea typeface="Microsoft YaHei"/>
              </a:rPr>
              <a:t>海南风光九条出力曲线流水线（2/2）：分类 → 代表年 → 插入 → 出力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5848" y="548640"/>
            <a:ext cx="54864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02_classify_cluster_insert.load_cache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NPZ → dict{年:(8760,)} → (76,8760)；光负噪声≥−0.01截为0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304" y="1152144"/>
            <a:ext cx="0" cy="29260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63640" y="1152144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Microsoft YaHei"/>
                <a:ea typeface="Microsoft YaHei"/>
              </a:rPr>
              <a:t>(76,8760) × 3条支路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444752"/>
            <a:ext cx="5486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02.classify_years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年指标：风 mean(v³)、光 ΣG/1000 → 升序分组：小19 / 平均38 / 大19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514600" y="2084831"/>
            <a:ext cx="3581704" cy="52120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6304" y="2084831"/>
            <a:ext cx="2744" cy="52120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304" y="2084831"/>
            <a:ext cx="3587192" cy="52120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260604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海风库 ×3（小/平均/大）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export_group：X (N,8760)，N=19或38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medoid → 真实代表年 before (8760,)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insert_wind：q10/q90 → 候选池 →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逐月批次插入 → after (8760,)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60604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陆风库 ×3（小/平均/大）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export_group：X (N,8760)，N=19或38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medoid → 真实代表年 before (8760,)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insert_wind：q10/q90 → 候选池 →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逐月批次插入 → after (8760,)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260604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光伏库 ×3（小/平均/大）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export_group：X (N,8760)，N=19或38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medoid → 真实代表年 before (8760,)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insert_solar：(N,365,24)→日均(N,365)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→低光模板(24,)→整日替换 after (8760,)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4297680"/>
            <a:ext cx="3581704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96304" y="4297680"/>
            <a:ext cx="2744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96304" y="4297680"/>
            <a:ext cx="3587192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55848" y="4617720"/>
            <a:ext cx="5486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02.export_group（写库）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9 × curve_8760.csv (8760,)，各配 summary / candidates / insertion_log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304" y="5184648"/>
            <a:ext cx="0" cy="283464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51937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Microsoft YaHei"/>
                <a:ea typeface="Microsoft YaHei"/>
              </a:rPr>
              <a:t>(8760,) ×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8648" y="5468112"/>
            <a:ext cx="6400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03_power_curves.main（9条支路在此合并）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wind_power：海风4/11/25 m/s α=0.70、陆风2.5/9/18 α=0.95；光伏 p=0.6·G/1000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Microsoft YaHei"/>
                <a:ea typeface="Microsoft YaHei"/>
              </a:rPr>
              <a:t>资源 (8760,) → 出力pu (8760,) 插前/插后 ×9；总表 (8760, 2+9×4)；H=Σpₜ (9,)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304" y="6336792"/>
            <a:ext cx="0" cy="192024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98648" y="6528816"/>
            <a:ext cx="6400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12121"/>
                </a:solidFill>
                <a:latin typeface="Microsoft YaHei"/>
                <a:ea typeface="Microsoft YaHei"/>
              </a:rPr>
              <a:t>04_verify_outputs：复核结果.json　→　05_plot_results：PNG（3×3子图）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12121"/>
                </a:solidFill>
                <a:latin typeface="Microsoft YaHei"/>
                <a:ea typeface="Microsoft YaHei"/>
              </a:rPr>
              <a:t>步骤2 内部：风插入与光插入的循环结构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486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Microsoft YaHei"/>
                <a:ea typeface="Microsoft YaHei"/>
              </a:rPr>
              <a:t>insert_wind（风库，先P10后P90，共用同一曲线）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循环外（一次）：算P10/P90 → 候选池（qualified_wind，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越阈且连续≥3h片段）→ 全年/月目标（库内逐年越阈小时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均值，half_up）→ 记录原越阈小时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for 尾部 in (P10, P90)：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while 全年剩余≥3 且 有活跃月：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  重算越阈小时 → 全年剩余、12个月缺口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  选缺口最大月（同缺口先早月）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  额度 = 缺口&gt;6 ? ceil(缺口/2) : 3，且≤全年剩余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  try_wind_batch：完整片段优先；均不可行才允许前缀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    截断（截后≥3h）；两侧各隔3个正常小时；同日至多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    1条；达不到额度整批不提交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  成立→提交（更新曲线/占用日/日志）；否则冻结该月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自检：原越阈小时不变、片段不覆盖、目标位之外不变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640080"/>
            <a:ext cx="5486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Microsoft YaHei"/>
                <a:ea typeface="Microsoft YaHei"/>
              </a:rPr>
              <a:t>insert_solar（光库）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循环外（一次）：低光判定（日均≤P10）→ 月目标天=库内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年均值；全年目标天=库内年均值 且 ≥ 代表年原有天数 →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每个可插日的模板（同月同日历史低光日按日总量排序，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奇数取中间1天、偶数取中间2天逐时平均；剔除代表年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原有低光日）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while 全年剩余&gt;0 且 有活跃月：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重算低光日 → 月缺口，选缺口最大月，额度=ceil(缺口/2)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该月按历史低光频次选日，整日24h替换为模板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  额度不足或无候选 → 冻结该月</a:t>
            </a:r>
          </a:p>
          <a:p>
            <a:r>
              <a:rPr sz="1100" b="0">
                <a:solidFill>
                  <a:srgbClr val="212121"/>
                </a:solidFill>
                <a:latin typeface="Microsoft YaHei"/>
                <a:ea typeface="Microsoft YaHei"/>
              </a:rPr>
              <a:t>自检：原有低光日、未选日期均未被改动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